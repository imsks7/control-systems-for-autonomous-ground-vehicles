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264" r:id="rId2"/>
    <p:sldId id="276" r:id="rId3"/>
    <p:sldId id="278" r:id="rId4"/>
    <p:sldId id="287" r:id="rId5"/>
    <p:sldId id="279" r:id="rId6"/>
    <p:sldId id="270" r:id="rId7"/>
    <p:sldId id="285" r:id="rId8"/>
    <p:sldId id="281" r:id="rId9"/>
    <p:sldId id="268" r:id="rId10"/>
    <p:sldId id="295" r:id="rId11"/>
    <p:sldId id="282" r:id="rId12"/>
    <p:sldId id="283" r:id="rId13"/>
    <p:sldId id="293" r:id="rId14"/>
    <p:sldId id="277" r:id="rId15"/>
    <p:sldId id="288" r:id="rId16"/>
    <p:sldId id="300" r:id="rId17"/>
    <p:sldId id="301" r:id="rId18"/>
    <p:sldId id="302" r:id="rId19"/>
    <p:sldId id="284" r:id="rId20"/>
    <p:sldId id="296" r:id="rId21"/>
    <p:sldId id="299" r:id="rId22"/>
    <p:sldId id="289" r:id="rId23"/>
    <p:sldId id="291" r:id="rId24"/>
    <p:sldId id="286" r:id="rId25"/>
    <p:sldId id="266" r:id="rId26"/>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374C81"/>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8E9EC"/>
          </a:solidFill>
        </a:fill>
      </a:tcStyle>
    </a:wholeTbl>
    <a:band1H>
      <a:tcStyle>
        <a:tcBdr/>
        <a:fill>
          <a:solidFill>
            <a:srgbClr val="CFD0D6"/>
          </a:solidFill>
        </a:fill>
      </a:tcStyle>
    </a:band1H>
    <a:band2H>
      <a:tcStyle>
        <a:tcBdr/>
      </a:tcStyle>
    </a:band2H>
    <a:band1V>
      <a:tcStyle>
        <a:tcBdr/>
        <a:fill>
          <a:solidFill>
            <a:srgbClr val="CFD0D6"/>
          </a:solidFill>
        </a:fill>
      </a:tcStyle>
    </a:band1V>
    <a:band2V>
      <a:tcStyle>
        <a:tcBdr/>
      </a:tcStyle>
    </a:band2V>
    <a:lastCol>
      <a:tcTxStyle b="on">
        <a:font>
          <a:latin typeface="+mn-lt"/>
          <a:ea typeface="+mn-ea"/>
          <a:cs typeface="+mn-cs"/>
        </a:font>
        <a:srgbClr val="FFFFFF"/>
      </a:tcTxStyle>
      <a:tcStyle>
        <a:tcBdr/>
        <a:fill>
          <a:solidFill>
            <a:srgbClr val="414E77"/>
          </a:solidFill>
        </a:fill>
      </a:tcStyle>
    </a:lastCol>
    <a:firstCol>
      <a:tcTxStyle b="on">
        <a:font>
          <a:latin typeface="+mn-lt"/>
          <a:ea typeface="+mn-ea"/>
          <a:cs typeface="+mn-cs"/>
        </a:font>
        <a:srgbClr val="FFFFFF"/>
      </a:tcTxStyle>
      <a:tcStyle>
        <a:tcBdr/>
        <a:fill>
          <a:solidFill>
            <a:srgbClr val="414E77"/>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414E77"/>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414E77"/>
          </a:solidFill>
        </a:fill>
      </a:tcStyle>
    </a:firstRow>
  </a:tblStyle>
  <a:tblStyle styleId="{B301B821-A1FF-4177-AEE7-76D212191A09}" styleName="">
    <a:wholeTbl>
      <a:tcTxStyle>
        <a:font>
          <a:latin typeface="+mn-lt"/>
          <a:ea typeface="+mn-ea"/>
          <a:cs typeface="+mn-cs"/>
        </a:font>
        <a:srgbClr val="374C81"/>
      </a:tcTxStyle>
      <a:tcStyle>
        <a:tcBdr>
          <a:left>
            <a:ln w="12701" cap="flat" cmpd="sng" algn="ctr">
              <a:solidFill>
                <a:srgbClr val="414E77"/>
              </a:solidFill>
              <a:prstDash val="solid"/>
              <a:round/>
              <a:headEnd type="none" w="med" len="med"/>
              <a:tailEnd type="none" w="med" len="med"/>
            </a:ln>
          </a:left>
          <a:right>
            <a:ln w="12701" cap="flat" cmpd="sng" algn="ctr">
              <a:solidFill>
                <a:srgbClr val="414E77"/>
              </a:solidFill>
              <a:prstDash val="solid"/>
              <a:round/>
              <a:headEnd type="none" w="med" len="med"/>
              <a:tailEnd type="none" w="med" len="med"/>
            </a:ln>
          </a:right>
          <a:top>
            <a:ln w="12701" cap="flat" cmpd="sng" algn="ctr">
              <a:solidFill>
                <a:srgbClr val="414E77"/>
              </a:solidFill>
              <a:prstDash val="solid"/>
              <a:round/>
              <a:headEnd type="none" w="med" len="med"/>
              <a:tailEnd type="none" w="med" len="med"/>
            </a:ln>
          </a:top>
          <a:bottom>
            <a:ln w="12701" cap="flat" cmpd="sng" algn="ctr">
              <a:solidFill>
                <a:srgbClr val="414E77"/>
              </a:solidFill>
              <a:prstDash val="solid"/>
              <a:round/>
              <a:headEnd type="none" w="med" len="med"/>
              <a:tailEnd type="none" w="med" len="med"/>
            </a:ln>
          </a:bottom>
        </a:tcBdr>
        <a:fill>
          <a:solidFill>
            <a:srgbClr val="FFFFFF"/>
          </a:solidFill>
        </a:fill>
      </a:tcStyle>
    </a:wholeTbl>
    <a:band1H>
      <a:tcStyle>
        <a:tcBdr/>
        <a:fill>
          <a:solidFill>
            <a:srgbClr val="E8E9EC"/>
          </a:solidFill>
        </a:fill>
      </a:tcStyle>
    </a:band1H>
    <a:band1V>
      <a:tcStyle>
        <a:tcBdr/>
        <a:fill>
          <a:solidFill>
            <a:srgbClr val="E8E9EC"/>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414E77"/>
              </a:solidFill>
              <a:prstDash val="solid"/>
              <a:round/>
              <a:headEnd type="none" w="med" len="med"/>
              <a:tailEnd type="none" w="med" len="med"/>
            </a:ln>
          </a:top>
        </a:tcBdr>
        <a:fill>
          <a:solidFill>
            <a:srgbClr val="FFFFFF"/>
          </a:solidFill>
        </a:fill>
      </a:tcStyle>
    </a:lastRow>
    <a:firstRow>
      <a:tcTxStyle b="on">
        <a:font>
          <a:latin typeface="+mn-lt"/>
          <a:ea typeface="+mn-ea"/>
          <a:cs typeface="+mn-cs"/>
        </a:font>
        <a:srgbClr val="FFFFFF"/>
      </a:tcTxStyle>
      <a:tcStyle>
        <a:tcBdr/>
        <a:fill>
          <a:solidFill>
            <a:srgbClr val="414E77"/>
          </a:solidFill>
        </a:fill>
      </a:tcStyle>
    </a:firstRow>
  </a:tblStyle>
  <a:tblStyle styleId="{21E4AEA4-8DFA-4A89-87EB-49C32662AFE0}" styleName="">
    <a:wholeTbl>
      <a:tcTxStyle>
        <a:font>
          <a:latin typeface="+mn-lt"/>
          <a:ea typeface="+mn-ea"/>
          <a:cs typeface="+mn-cs"/>
        </a:font>
        <a:srgbClr val="374C81"/>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BF1F5"/>
          </a:solidFill>
        </a:fill>
      </a:tcStyle>
    </a:wholeTbl>
    <a:band1H>
      <a:tcStyle>
        <a:tcBdr/>
        <a:fill>
          <a:solidFill>
            <a:srgbClr val="D5E2EA"/>
          </a:solidFill>
        </a:fill>
      </a:tcStyle>
    </a:band1H>
    <a:band2H>
      <a:tcStyle>
        <a:tcBdr/>
      </a:tcStyle>
    </a:band2H>
    <a:band1V>
      <a:tcStyle>
        <a:tcBdr/>
        <a:fill>
          <a:solidFill>
            <a:srgbClr val="D5E2EA"/>
          </a:solidFill>
        </a:fill>
      </a:tcStyle>
    </a:band1V>
    <a:band2V>
      <a:tcStyle>
        <a:tcBdr/>
      </a:tcStyle>
    </a:band2V>
    <a:lastCol>
      <a:tcTxStyle b="on">
        <a:font>
          <a:latin typeface="+mn-lt"/>
          <a:ea typeface="+mn-ea"/>
          <a:cs typeface="+mn-cs"/>
        </a:font>
        <a:srgbClr val="FFFFFF"/>
      </a:tcTxStyle>
      <a:tcStyle>
        <a:tcBdr/>
        <a:fill>
          <a:solidFill>
            <a:srgbClr val="70AAC4"/>
          </a:solidFill>
        </a:fill>
      </a:tcStyle>
    </a:lastCol>
    <a:firstCol>
      <a:tcTxStyle b="on">
        <a:font>
          <a:latin typeface="+mn-lt"/>
          <a:ea typeface="+mn-ea"/>
          <a:cs typeface="+mn-cs"/>
        </a:font>
        <a:srgbClr val="FFFFFF"/>
      </a:tcTxStyle>
      <a:tcStyle>
        <a:tcBdr/>
        <a:fill>
          <a:solidFill>
            <a:srgbClr val="70AAC4"/>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70AAC4"/>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70AAC4"/>
          </a:solidFill>
        </a:fill>
      </a:tcStyle>
    </a:firstRow>
  </a:tblStyle>
  <a:tblStyle styleId="{69012ECD-51FC-41F1-AA8D-1B2483CD663E}" styleName="">
    <a:wholeTbl>
      <a:tcTxStyle>
        <a:font>
          <a:latin typeface="+mn-lt"/>
          <a:ea typeface="+mn-ea"/>
          <a:cs typeface="+mn-cs"/>
        </a:font>
        <a:srgbClr val="374C81"/>
      </a:tcTxStyle>
      <a:tcStyle>
        <a:tcBdr>
          <a:left>
            <a:ln w="3172" cap="flat" cmpd="sng" algn="ctr">
              <a:solidFill>
                <a:srgbClr val="414E77"/>
              </a:solidFill>
              <a:prstDash val="solid"/>
              <a:round/>
              <a:headEnd type="none" w="med" len="med"/>
              <a:tailEnd type="none" w="med" len="med"/>
            </a:ln>
          </a:left>
          <a:right>
            <a:ln w="3172" cap="flat" cmpd="sng" algn="ctr">
              <a:solidFill>
                <a:srgbClr val="414E77"/>
              </a:solidFill>
              <a:prstDash val="solid"/>
              <a:round/>
              <a:headEnd type="none" w="med" len="med"/>
              <a:tailEnd type="none" w="med" len="med"/>
            </a:ln>
          </a:right>
          <a:top>
            <a:ln w="3172" cap="flat" cmpd="sng" algn="ctr">
              <a:solidFill>
                <a:srgbClr val="414E77"/>
              </a:solidFill>
              <a:prstDash val="solid"/>
              <a:round/>
              <a:headEnd type="none" w="med" len="med"/>
              <a:tailEnd type="none" w="med" len="med"/>
            </a:ln>
          </a:top>
          <a:bottom>
            <a:ln w="3172" cap="flat" cmpd="sng" algn="ctr">
              <a:solidFill>
                <a:srgbClr val="414E77"/>
              </a:solidFill>
              <a:prstDash val="solid"/>
              <a:round/>
              <a:headEnd type="none" w="med" len="med"/>
              <a:tailEnd type="none" w="med" len="med"/>
            </a:ln>
          </a:bottom>
        </a:tcBdr>
      </a:tcStyle>
    </a:wholeTbl>
    <a:band1H>
      <a:tcStyle>
        <a:tcBdr>
          <a:top>
            <a:ln w="3172" cap="flat" cmpd="sng" algn="ctr">
              <a:solidFill>
                <a:srgbClr val="414E77"/>
              </a:solidFill>
              <a:prstDash val="solid"/>
              <a:round/>
              <a:headEnd type="none" w="med" len="med"/>
              <a:tailEnd type="none" w="med" len="med"/>
            </a:ln>
          </a:top>
          <a:bottom>
            <a:ln w="3172" cap="flat" cmpd="sng" algn="ctr">
              <a:solidFill>
                <a:srgbClr val="414E77"/>
              </a:solidFill>
              <a:prstDash val="solid"/>
              <a:round/>
              <a:headEnd type="none" w="med" len="med"/>
              <a:tailEnd type="none" w="med" len="med"/>
            </a:ln>
          </a:bottom>
        </a:tcBdr>
      </a:tcStyle>
    </a:band1H>
    <a:band1V>
      <a:tcStyle>
        <a:tcBdr>
          <a:left>
            <a:ln w="3172" cap="flat" cmpd="sng" algn="ctr">
              <a:solidFill>
                <a:srgbClr val="414E77"/>
              </a:solidFill>
              <a:prstDash val="solid"/>
              <a:round/>
              <a:headEnd type="none" w="med" len="med"/>
              <a:tailEnd type="none" w="med" len="med"/>
            </a:ln>
          </a:left>
          <a:right>
            <a:ln w="3172" cap="flat" cmpd="sng" algn="ctr">
              <a:solidFill>
                <a:srgbClr val="414E77"/>
              </a:solidFill>
              <a:prstDash val="solid"/>
              <a:round/>
              <a:headEnd type="none" w="med" len="med"/>
              <a:tailEnd type="none" w="med" len="med"/>
            </a:ln>
          </a:right>
        </a:tcBdr>
      </a:tcStyle>
    </a:band1V>
    <a:band2V>
      <a:tcStyle>
        <a:tcBdr>
          <a:left>
            <a:ln w="3172" cap="flat" cmpd="sng" algn="ctr">
              <a:solidFill>
                <a:srgbClr val="414E77"/>
              </a:solidFill>
              <a:prstDash val="solid"/>
              <a:round/>
              <a:headEnd type="none" w="med" len="med"/>
              <a:tailEnd type="none" w="med" len="med"/>
            </a:ln>
          </a:left>
          <a:right>
            <a:ln w="3172" cap="flat" cmpd="sng" algn="ctr">
              <a:solidFill>
                <a:srgbClr val="414E77"/>
              </a:solidFill>
              <a:prstDash val="solid"/>
              <a:round/>
              <a:headEnd type="none" w="med" len="med"/>
              <a:tailEnd type="none" w="med" len="med"/>
            </a:ln>
          </a:right>
        </a:tcBdr>
      </a:tcStyle>
    </a:band2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414E77"/>
              </a:solidFill>
              <a:prstDash val="solid"/>
              <a:round/>
              <a:headEnd type="none" w="med" len="med"/>
              <a:tailEnd type="none" w="med" len="med"/>
            </a:ln>
          </a:top>
        </a:tcBdr>
      </a:tcStyle>
    </a:lastRow>
    <a:firstRow>
      <a:tcTxStyle b="on">
        <a:font>
          <a:latin typeface="+mn-lt"/>
          <a:ea typeface="+mn-ea"/>
          <a:cs typeface="+mn-cs"/>
        </a:font>
        <a:srgbClr val="FFFFFF"/>
      </a:tcTxStyle>
      <a:tcStyle>
        <a:tcBdr/>
        <a:fill>
          <a:solidFill>
            <a:srgbClr val="414E77"/>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8"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5B34F1-428E-D692-381B-541EDA648067}"/>
              </a:ext>
            </a:extLst>
          </p:cNvPr>
          <p:cNvSpPr txBox="1">
            <a:spLocks noGrp="1"/>
          </p:cNvSpPr>
          <p:nvPr>
            <p:ph type="hdr" sz="quarter"/>
          </p:nvPr>
        </p:nvSpPr>
        <p:spPr>
          <a:xfrm>
            <a:off x="0" y="0"/>
            <a:ext cx="2971800" cy="457200"/>
          </a:xfrm>
          <a:prstGeom prst="rect">
            <a:avLst/>
          </a:prstGeom>
          <a:noFill/>
          <a:ln>
            <a:noFill/>
          </a:ln>
        </p:spPr>
        <p:txBody>
          <a:bodyPr vert="horz" wrap="square" lIns="91440" tIns="45720" rIns="91440" bIns="45720" anchor="t" anchorCtr="0" compatLnSpc="1">
            <a:noAutofit/>
          </a:bodyPr>
          <a:lstStyle/>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200" b="0" i="0" u="none" strike="noStrike" kern="1200" cap="none" spc="0" baseline="0">
              <a:solidFill>
                <a:srgbClr val="000000"/>
              </a:solidFill>
              <a:uFillTx/>
              <a:latin typeface="Century Gothic"/>
            </a:endParaRPr>
          </a:p>
        </p:txBody>
      </p:sp>
      <p:sp>
        <p:nvSpPr>
          <p:cNvPr id="3" name="Date Placeholder 2">
            <a:extLst>
              <a:ext uri="{FF2B5EF4-FFF2-40B4-BE49-F238E27FC236}">
                <a16:creationId xmlns:a16="http://schemas.microsoft.com/office/drawing/2014/main" id="{C2116398-8F5F-1D99-2D1B-68FBABFB0286}"/>
              </a:ext>
            </a:extLst>
          </p:cNvPr>
          <p:cNvSpPr txBox="1">
            <a:spLocks noGrp="1"/>
          </p:cNvSpPr>
          <p:nvPr>
            <p:ph type="dt" sz="quarter" idx="1"/>
          </p:nvPr>
        </p:nvSpPr>
        <p:spPr>
          <a:xfrm>
            <a:off x="3884608" y="0"/>
            <a:ext cx="2971800" cy="457200"/>
          </a:xfrm>
          <a:prstGeom prst="rect">
            <a:avLst/>
          </a:prstGeom>
          <a:noFill/>
          <a:ln>
            <a:noFill/>
          </a:ln>
        </p:spPr>
        <p:txBody>
          <a:bodyPr vert="horz" wrap="square" lIns="91440" tIns="45720" rIns="91440" bIns="45720" anchor="t" anchorCtr="0" compatLnSpc="1">
            <a:noAutofit/>
          </a:bodyPr>
          <a:lstStyle/>
          <a:p>
            <a:pPr marL="0" marR="0" lvl="0" indent="0" algn="r"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D9582799-9563-4952-B5CE-940ADE178A60}" type="datetime1">
              <a:rPr lang="en-US" sz="1200" b="0" i="0" u="none" strike="noStrike" kern="1200" cap="none" spc="0" baseline="0">
                <a:solidFill>
                  <a:srgbClr val="000000"/>
                </a:solidFill>
                <a:uFillTx/>
                <a:latin typeface="Century Gothic"/>
              </a:rPr>
              <a:pPr marL="0" marR="0" lvl="0" indent="0" algn="r"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t>4/9/2026</a:t>
            </a:fld>
            <a:endParaRPr lang="en-US" sz="1200" b="0" i="0" u="none" strike="noStrike" kern="1200" cap="none" spc="0" baseline="0">
              <a:solidFill>
                <a:srgbClr val="000000"/>
              </a:solidFill>
              <a:uFillTx/>
              <a:latin typeface="Century Gothic"/>
            </a:endParaRPr>
          </a:p>
        </p:txBody>
      </p:sp>
      <p:sp>
        <p:nvSpPr>
          <p:cNvPr id="4" name="Footer Placeholder 3">
            <a:extLst>
              <a:ext uri="{FF2B5EF4-FFF2-40B4-BE49-F238E27FC236}">
                <a16:creationId xmlns:a16="http://schemas.microsoft.com/office/drawing/2014/main" id="{205AA2E7-4647-A8D6-3988-11AA19AE603F}"/>
              </a:ext>
            </a:extLst>
          </p:cNvPr>
          <p:cNvSpPr txBox="1">
            <a:spLocks noGrp="1"/>
          </p:cNvSpPr>
          <p:nvPr>
            <p:ph type="ftr" sz="quarter" idx="2"/>
          </p:nvPr>
        </p:nvSpPr>
        <p:spPr>
          <a:xfrm>
            <a:off x="0" y="8685208"/>
            <a:ext cx="2971800" cy="457200"/>
          </a:xfrm>
          <a:prstGeom prst="rect">
            <a:avLst/>
          </a:prstGeom>
          <a:noFill/>
          <a:ln>
            <a:noFill/>
          </a:ln>
        </p:spPr>
        <p:txBody>
          <a:bodyPr vert="horz" wrap="square" lIns="91440" tIns="45720" rIns="91440" bIns="45720" anchor="b" anchorCtr="0" compatLnSpc="1">
            <a:noAutofit/>
          </a:bodyPr>
          <a:lstStyle/>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200" b="0" i="0" u="none" strike="noStrike" kern="1200" cap="none" spc="0" baseline="0">
              <a:solidFill>
                <a:srgbClr val="000000"/>
              </a:solidFill>
              <a:uFillTx/>
              <a:latin typeface="Century Gothic"/>
            </a:endParaRPr>
          </a:p>
        </p:txBody>
      </p:sp>
      <p:sp>
        <p:nvSpPr>
          <p:cNvPr id="5" name="Slide Number Placeholder 4">
            <a:extLst>
              <a:ext uri="{FF2B5EF4-FFF2-40B4-BE49-F238E27FC236}">
                <a16:creationId xmlns:a16="http://schemas.microsoft.com/office/drawing/2014/main" id="{48902962-9627-A34E-3337-D01ABD447E29}"/>
              </a:ext>
            </a:extLst>
          </p:cNvPr>
          <p:cNvSpPr txBox="1">
            <a:spLocks noGrp="1"/>
          </p:cNvSpPr>
          <p:nvPr>
            <p:ph type="sldNum" sz="quarter" idx="3"/>
          </p:nvPr>
        </p:nvSpPr>
        <p:spPr>
          <a:xfrm>
            <a:off x="3884608" y="8685208"/>
            <a:ext cx="2971800" cy="457200"/>
          </a:xfrm>
          <a:prstGeom prst="rect">
            <a:avLst/>
          </a:prstGeom>
          <a:noFill/>
          <a:ln>
            <a:noFill/>
          </a:ln>
        </p:spPr>
        <p:txBody>
          <a:bodyPr vert="horz" wrap="square" lIns="91440" tIns="45720" rIns="91440" bIns="45720" anchor="b" anchorCtr="0" compatLnSpc="1">
            <a:noAutofit/>
          </a:bodyPr>
          <a:lstStyle/>
          <a:p>
            <a:pPr marL="0" marR="0" lvl="0" indent="0" algn="r"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AD97E8F2-1523-495E-BC7C-82DAE3DC6691}" type="slidenum">
              <a:t>‹#›</a:t>
            </a:fld>
            <a:endParaRPr lang="en-IN" sz="1200" b="0" i="0" u="none" strike="noStrike" kern="1200" cap="none" spc="0" baseline="0">
              <a:solidFill>
                <a:srgbClr val="000000"/>
              </a:solidFill>
              <a:uFillTx/>
              <a:latin typeface="Century Gothic"/>
            </a:endParaRPr>
          </a:p>
        </p:txBody>
      </p:sp>
    </p:spTree>
    <p:extLst>
      <p:ext uri="{BB962C8B-B14F-4D97-AF65-F5344CB8AC3E}">
        <p14:creationId xmlns:p14="http://schemas.microsoft.com/office/powerpoint/2010/main" val="893442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162DDB-E4DB-73CA-165B-C74E28ADFF5F}"/>
              </a:ext>
            </a:extLst>
          </p:cNvPr>
          <p:cNvSpPr txBox="1">
            <a:spLocks noGrp="1"/>
          </p:cNvSpPr>
          <p:nvPr>
            <p:ph type="hdr" sz="quarter"/>
          </p:nvPr>
        </p:nvSpPr>
        <p:spPr>
          <a:xfrm>
            <a:off x="0" y="0"/>
            <a:ext cx="2971800" cy="457200"/>
          </a:xfrm>
          <a:prstGeom prst="rect">
            <a:avLst/>
          </a:prstGeom>
          <a:noFill/>
          <a:ln>
            <a:noFill/>
          </a:ln>
        </p:spPr>
        <p:txBody>
          <a:bodyPr vert="horz" wrap="square" lIns="91440" tIns="45720" rIns="91440" bIns="45720" anchor="t" anchorCtr="0" compatLnSpc="1">
            <a:noAutofit/>
          </a:bodyPr>
          <a:lstStyle>
            <a:lvl1pPr marL="0" marR="0" lvl="0" indent="0" algn="l" defTabSz="1218986" rtl="0" fontAlgn="auto" hangingPunct="1">
              <a:lnSpc>
                <a:spcPct val="100000"/>
              </a:lnSpc>
              <a:spcBef>
                <a:spcPts val="0"/>
              </a:spcBef>
              <a:spcAft>
                <a:spcPts val="0"/>
              </a:spcAft>
              <a:buNone/>
              <a:tabLst/>
              <a:defRPr lang="en-IN" sz="1200" b="0" i="0" u="none" strike="noStrike" kern="1200" cap="none" spc="0" baseline="0">
                <a:solidFill>
                  <a:srgbClr val="000000"/>
                </a:solidFill>
                <a:uFillTx/>
                <a:latin typeface="Century Gothic"/>
              </a:defRPr>
            </a:lvl1pPr>
          </a:lstStyle>
          <a:p>
            <a:pPr lvl="0"/>
            <a:endParaRPr lang="en-IN"/>
          </a:p>
        </p:txBody>
      </p:sp>
      <p:sp>
        <p:nvSpPr>
          <p:cNvPr id="3" name="Date Placeholder 2">
            <a:extLst>
              <a:ext uri="{FF2B5EF4-FFF2-40B4-BE49-F238E27FC236}">
                <a16:creationId xmlns:a16="http://schemas.microsoft.com/office/drawing/2014/main" id="{27FEC238-6193-4232-3696-AD66E78733DD}"/>
              </a:ext>
            </a:extLst>
          </p:cNvPr>
          <p:cNvSpPr txBox="1">
            <a:spLocks noGrp="1"/>
          </p:cNvSpPr>
          <p:nvPr>
            <p:ph type="dt" idx="1"/>
          </p:nvPr>
        </p:nvSpPr>
        <p:spPr>
          <a:xfrm>
            <a:off x="3884608" y="0"/>
            <a:ext cx="2971800" cy="457200"/>
          </a:xfrm>
          <a:prstGeom prst="rect">
            <a:avLst/>
          </a:prstGeom>
          <a:noFill/>
          <a:ln>
            <a:noFill/>
          </a:ln>
        </p:spPr>
        <p:txBody>
          <a:bodyPr vert="horz" wrap="square" lIns="91440" tIns="45720" rIns="91440" bIns="45720" anchor="t" anchorCtr="0" compatLnSpc="1">
            <a:noAutofit/>
          </a:bodyPr>
          <a:lstStyle>
            <a:lvl1pPr marL="0" marR="0" lvl="0" indent="0" algn="r" defTabSz="1218986"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entury Gothic"/>
              </a:defRPr>
            </a:lvl1pPr>
          </a:lstStyle>
          <a:p>
            <a:pPr lvl="0"/>
            <a:fld id="{C2256017-FA38-4202-9E0E-5284B3E884C7}" type="datetime1">
              <a:rPr lang="en-US"/>
              <a:pPr lvl="0"/>
              <a:t>4/9/2026</a:t>
            </a:fld>
            <a:endParaRPr lang="en-US"/>
          </a:p>
        </p:txBody>
      </p:sp>
      <p:sp>
        <p:nvSpPr>
          <p:cNvPr id="4" name="Slide Image Placeholder 3">
            <a:extLst>
              <a:ext uri="{FF2B5EF4-FFF2-40B4-BE49-F238E27FC236}">
                <a16:creationId xmlns:a16="http://schemas.microsoft.com/office/drawing/2014/main" id="{1CF1EB31-0B3D-D31F-2D09-543C36D506AF}"/>
              </a:ext>
            </a:extLst>
          </p:cNvPr>
          <p:cNvSpPr>
            <a:spLocks noGrp="1" noRot="1" noChangeAspect="1"/>
          </p:cNvSpPr>
          <p:nvPr>
            <p:ph type="sldImg" idx="2"/>
          </p:nvPr>
        </p:nvSpPr>
        <p:spPr>
          <a:xfrm>
            <a:off x="381003" y="685800"/>
            <a:ext cx="6096003" cy="3429000"/>
          </a:xfrm>
          <a:prstGeom prst="rect">
            <a:avLst/>
          </a:prstGeom>
          <a:noFill/>
          <a:ln w="12701">
            <a:solidFill>
              <a:srgbClr val="000000"/>
            </a:solidFill>
            <a:prstDash val="solid"/>
          </a:ln>
        </p:spPr>
      </p:sp>
      <p:sp>
        <p:nvSpPr>
          <p:cNvPr id="5" name="Notes Placeholder 4">
            <a:extLst>
              <a:ext uri="{FF2B5EF4-FFF2-40B4-BE49-F238E27FC236}">
                <a16:creationId xmlns:a16="http://schemas.microsoft.com/office/drawing/2014/main" id="{C7A20974-2F21-0362-3423-1F615A153FE6}"/>
              </a:ext>
            </a:extLst>
          </p:cNvPr>
          <p:cNvSpPr txBox="1">
            <a:spLocks noGrp="1"/>
          </p:cNvSpPr>
          <p:nvPr>
            <p:ph type="body" sz="quarter" idx="3"/>
          </p:nvPr>
        </p:nvSpPr>
        <p:spPr>
          <a:xfrm>
            <a:off x="685800" y="4343400"/>
            <a:ext cx="5486400" cy="4114800"/>
          </a:xfrm>
          <a:prstGeom prst="rect">
            <a:avLst/>
          </a:prstGeom>
          <a:noFill/>
          <a:ln>
            <a:noFill/>
          </a:ln>
        </p:spPr>
        <p:txBody>
          <a:bodyPr vert="horz" wrap="square" lIns="91440" tIns="45720" rIns="91440" bIns="4572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D3ACB17-9D35-F9BB-012D-D5F905851712}"/>
              </a:ext>
            </a:extLst>
          </p:cNvPr>
          <p:cNvSpPr txBox="1">
            <a:spLocks noGrp="1"/>
          </p:cNvSpPr>
          <p:nvPr>
            <p:ph type="ftr" sz="quarter" idx="4"/>
          </p:nvPr>
        </p:nvSpPr>
        <p:spPr>
          <a:xfrm>
            <a:off x="0" y="8685208"/>
            <a:ext cx="2971800" cy="457200"/>
          </a:xfrm>
          <a:prstGeom prst="rect">
            <a:avLst/>
          </a:prstGeom>
          <a:noFill/>
          <a:ln>
            <a:noFill/>
          </a:ln>
        </p:spPr>
        <p:txBody>
          <a:bodyPr vert="horz" wrap="square" lIns="91440" tIns="45720" rIns="91440" bIns="45720" anchor="b" anchorCtr="0" compatLnSpc="1">
            <a:noAutofit/>
          </a:bodyPr>
          <a:lstStyle>
            <a:lvl1pPr marL="0" marR="0" lvl="0" indent="0" algn="l" defTabSz="1218986" rtl="0" fontAlgn="auto" hangingPunct="1">
              <a:lnSpc>
                <a:spcPct val="100000"/>
              </a:lnSpc>
              <a:spcBef>
                <a:spcPts val="0"/>
              </a:spcBef>
              <a:spcAft>
                <a:spcPts val="0"/>
              </a:spcAft>
              <a:buNone/>
              <a:tabLst/>
              <a:defRPr lang="en-IN" sz="1200" b="0" i="0" u="none" strike="noStrike" kern="1200" cap="none" spc="0" baseline="0">
                <a:solidFill>
                  <a:srgbClr val="000000"/>
                </a:solidFill>
                <a:uFillTx/>
                <a:latin typeface="Century Gothic"/>
              </a:defRPr>
            </a:lvl1pPr>
          </a:lstStyle>
          <a:p>
            <a:pPr lvl="0"/>
            <a:endParaRPr lang="en-IN"/>
          </a:p>
        </p:txBody>
      </p:sp>
      <p:sp>
        <p:nvSpPr>
          <p:cNvPr id="7" name="Slide Number Placeholder 6">
            <a:extLst>
              <a:ext uri="{FF2B5EF4-FFF2-40B4-BE49-F238E27FC236}">
                <a16:creationId xmlns:a16="http://schemas.microsoft.com/office/drawing/2014/main" id="{B65B9ADB-4B24-9D2D-860A-78334CBB2D97}"/>
              </a:ext>
            </a:extLst>
          </p:cNvPr>
          <p:cNvSpPr txBox="1">
            <a:spLocks noGrp="1"/>
          </p:cNvSpPr>
          <p:nvPr>
            <p:ph type="sldNum" sz="quarter" idx="5"/>
          </p:nvPr>
        </p:nvSpPr>
        <p:spPr>
          <a:xfrm>
            <a:off x="3884608" y="8685208"/>
            <a:ext cx="2971800" cy="457200"/>
          </a:xfrm>
          <a:prstGeom prst="rect">
            <a:avLst/>
          </a:prstGeom>
          <a:noFill/>
          <a:ln>
            <a:noFill/>
          </a:ln>
        </p:spPr>
        <p:txBody>
          <a:bodyPr vert="horz" wrap="square" lIns="91440" tIns="45720" rIns="91440" bIns="45720" anchor="b" anchorCtr="0" compatLnSpc="1">
            <a:noAutofit/>
          </a:bodyPr>
          <a:lstStyle>
            <a:lvl1pPr marL="0" marR="0" lvl="0" indent="0" algn="r" defTabSz="1218986" rtl="0" fontAlgn="auto" hangingPunct="1">
              <a:lnSpc>
                <a:spcPct val="100000"/>
              </a:lnSpc>
              <a:spcBef>
                <a:spcPts val="0"/>
              </a:spcBef>
              <a:spcAft>
                <a:spcPts val="0"/>
              </a:spcAft>
              <a:buNone/>
              <a:tabLst/>
              <a:defRPr lang="en-IN" sz="1200" b="0" i="0" u="none" strike="noStrike" kern="1200" cap="none" spc="0" baseline="0">
                <a:solidFill>
                  <a:srgbClr val="000000"/>
                </a:solidFill>
                <a:uFillTx/>
                <a:latin typeface="Century Gothic"/>
              </a:defRPr>
            </a:lvl1pPr>
          </a:lstStyle>
          <a:p>
            <a:pPr lvl="0"/>
            <a:fld id="{24F7582B-C5B2-45D9-B9DD-E767C61BFFB2}" type="slidenum">
              <a:t>‹#›</a:t>
            </a:fld>
            <a:endParaRPr lang="en-IN"/>
          </a:p>
        </p:txBody>
      </p:sp>
    </p:spTree>
    <p:extLst>
      <p:ext uri="{BB962C8B-B14F-4D97-AF65-F5344CB8AC3E}">
        <p14:creationId xmlns:p14="http://schemas.microsoft.com/office/powerpoint/2010/main" val="3003945204"/>
      </p:ext>
    </p:extLst>
  </p:cSld>
  <p:clrMap bg1="lt1" tx1="dk1" bg2="lt2" tx2="dk2" accent1="accent1" accent2="accent2" accent3="accent3" accent4="accent4" accent5="accent5" accent6="accent6" hlink="hlink" folHlink="folHlink"/>
  <p:notesStyle>
    <a:lvl1pPr marL="0" marR="0" lvl="0" indent="0" algn="l" defTabSz="1218986" rtl="0" fontAlgn="auto" hangingPunct="1">
      <a:lnSpc>
        <a:spcPct val="100000"/>
      </a:lnSpc>
      <a:spcBef>
        <a:spcPts val="0"/>
      </a:spcBef>
      <a:spcAft>
        <a:spcPts val="0"/>
      </a:spcAft>
      <a:buNone/>
      <a:tabLst/>
      <a:defRPr lang="en-US" sz="1600" b="0" i="0" u="none" strike="noStrike" kern="1200" cap="none" spc="0" baseline="0">
        <a:solidFill>
          <a:srgbClr val="000000"/>
        </a:solidFill>
        <a:uFillTx/>
        <a:latin typeface="Century Gothic"/>
      </a:defRPr>
    </a:lvl1pPr>
    <a:lvl2pPr marL="609493" marR="0" lvl="1" indent="0" algn="l" defTabSz="1218986" rtl="0" fontAlgn="auto" hangingPunct="1">
      <a:lnSpc>
        <a:spcPct val="100000"/>
      </a:lnSpc>
      <a:spcBef>
        <a:spcPts val="0"/>
      </a:spcBef>
      <a:spcAft>
        <a:spcPts val="0"/>
      </a:spcAft>
      <a:buNone/>
      <a:tabLst/>
      <a:defRPr lang="en-US" sz="1600" b="0" i="0" u="none" strike="noStrike" kern="1200" cap="none" spc="0" baseline="0">
        <a:solidFill>
          <a:srgbClr val="000000"/>
        </a:solidFill>
        <a:uFillTx/>
        <a:latin typeface="Century Gothic"/>
      </a:defRPr>
    </a:lvl2pPr>
    <a:lvl3pPr marL="1218986" marR="0" lvl="2" indent="0" algn="l" defTabSz="1218986" rtl="0" fontAlgn="auto" hangingPunct="1">
      <a:lnSpc>
        <a:spcPct val="100000"/>
      </a:lnSpc>
      <a:spcBef>
        <a:spcPts val="0"/>
      </a:spcBef>
      <a:spcAft>
        <a:spcPts val="0"/>
      </a:spcAft>
      <a:buNone/>
      <a:tabLst/>
      <a:defRPr lang="en-US" sz="1600" b="0" i="0" u="none" strike="noStrike" kern="1200" cap="none" spc="0" baseline="0">
        <a:solidFill>
          <a:srgbClr val="000000"/>
        </a:solidFill>
        <a:uFillTx/>
        <a:latin typeface="Century Gothic"/>
      </a:defRPr>
    </a:lvl3pPr>
    <a:lvl4pPr marL="1828479" marR="0" lvl="3" indent="0" algn="l" defTabSz="1218986" rtl="0" fontAlgn="auto" hangingPunct="1">
      <a:lnSpc>
        <a:spcPct val="100000"/>
      </a:lnSpc>
      <a:spcBef>
        <a:spcPts val="0"/>
      </a:spcBef>
      <a:spcAft>
        <a:spcPts val="0"/>
      </a:spcAft>
      <a:buNone/>
      <a:tabLst/>
      <a:defRPr lang="en-US" sz="1600" b="0" i="0" u="none" strike="noStrike" kern="1200" cap="none" spc="0" baseline="0">
        <a:solidFill>
          <a:srgbClr val="000000"/>
        </a:solidFill>
        <a:uFillTx/>
        <a:latin typeface="Century Gothic"/>
      </a:defRPr>
    </a:lvl4pPr>
    <a:lvl5pPr marL="2437973" marR="0" lvl="4" indent="0" algn="l" defTabSz="1218986" rtl="0" fontAlgn="auto" hangingPunct="1">
      <a:lnSpc>
        <a:spcPct val="100000"/>
      </a:lnSpc>
      <a:spcBef>
        <a:spcPts val="0"/>
      </a:spcBef>
      <a:spcAft>
        <a:spcPts val="0"/>
      </a:spcAft>
      <a:buNone/>
      <a:tabLst/>
      <a:defRPr lang="en-US" sz="1600" b="0" i="0" u="none" strike="noStrike" kern="1200" cap="none" spc="0" baseline="0">
        <a:solidFill>
          <a:srgbClr val="000000"/>
        </a:solidFill>
        <a:uFillTx/>
        <a:latin typeface="Century Gothic"/>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CCBE65-3819-034A-AD79-E9D50ED8A1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3CD35-260D-1462-1EAA-39A2BD33896C}"/>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D6499BAA-9AE3-74E9-A02D-2A15A8EF0251}"/>
              </a:ext>
            </a:extLst>
          </p:cNvPr>
          <p:cNvSpPr txBox="1"/>
          <p:nvPr/>
        </p:nvSpPr>
        <p:spPr>
          <a:xfrm>
            <a:off x="3884608" y="8685208"/>
            <a:ext cx="2971800" cy="457200"/>
          </a:xfrm>
          <a:prstGeom prst="rect">
            <a:avLst/>
          </a:prstGeom>
          <a:noFill/>
          <a:ln cap="flat">
            <a:noFill/>
          </a:ln>
        </p:spPr>
        <p:txBody>
          <a:bodyPr vert="horz" wrap="square" lIns="91440" tIns="45720" rIns="91440" bIns="45720" anchor="b" anchorCtr="0" compatLnSpc="1">
            <a:noAutofit/>
          </a:bodyPr>
          <a:lstStyle/>
          <a:p>
            <a:pPr marL="0" marR="0" lvl="0" indent="0" algn="r"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91FF84BC-E0C3-4B79-9980-0877562496C1}" type="slidenum">
              <a:t>25</a:t>
            </a:fld>
            <a:endParaRPr lang="en-US" sz="1200" b="0" i="0" u="none" strike="noStrike" kern="1200" cap="none" spc="0" baseline="0">
              <a:solidFill>
                <a:srgbClr val="000000"/>
              </a:solidFill>
              <a:uFillTx/>
              <a:latin typeface="Century Gothic"/>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A4B78-D287-F567-46F7-0D665FADEB0C}"/>
              </a:ext>
            </a:extLst>
          </p:cNvPr>
          <p:cNvSpPr txBox="1">
            <a:spLocks noGrp="1"/>
          </p:cNvSpPr>
          <p:nvPr>
            <p:ph type="ctrTitle"/>
          </p:nvPr>
        </p:nvSpPr>
        <p:spPr>
          <a:xfrm>
            <a:off x="4672382" y="1498601"/>
            <a:ext cx="7008574" cy="3298826"/>
          </a:xfrm>
        </p:spPr>
        <p:txBody>
          <a:bodyPr/>
          <a:lstStyle>
            <a:lvl1pPr>
              <a:lnSpc>
                <a:spcPct val="90000"/>
              </a:lnSpc>
              <a:defRPr sz="5400"/>
            </a:lvl1pPr>
          </a:lstStyle>
          <a:p>
            <a:pPr lvl="0"/>
            <a:r>
              <a:rPr lang="en-US"/>
              <a:t>Click to edit Master title style</a:t>
            </a:r>
          </a:p>
        </p:txBody>
      </p:sp>
      <p:sp>
        <p:nvSpPr>
          <p:cNvPr id="3" name="Subtitle 2">
            <a:extLst>
              <a:ext uri="{FF2B5EF4-FFF2-40B4-BE49-F238E27FC236}">
                <a16:creationId xmlns:a16="http://schemas.microsoft.com/office/drawing/2014/main" id="{5F9EE43A-9D33-5E41-FE37-D270FFBB91C6}"/>
              </a:ext>
            </a:extLst>
          </p:cNvPr>
          <p:cNvSpPr txBox="1">
            <a:spLocks noGrp="1"/>
          </p:cNvSpPr>
          <p:nvPr>
            <p:ph type="subTitle" idx="1"/>
          </p:nvPr>
        </p:nvSpPr>
        <p:spPr>
          <a:xfrm>
            <a:off x="4672382" y="4927601"/>
            <a:ext cx="7008574" cy="1244598"/>
          </a:xfrm>
        </p:spPr>
        <p:txBody>
          <a:bodyPr/>
          <a:lstStyle>
            <a:lvl1pPr marL="0" indent="0">
              <a:spcBef>
                <a:spcPts val="0"/>
              </a:spcBef>
              <a:buNone/>
              <a:defRPr sz="2800"/>
            </a:lvl1pPr>
          </a:lstStyle>
          <a:p>
            <a:pPr lvl="0"/>
            <a:r>
              <a:rPr lang="en-US"/>
              <a:t>Click to edit Master subtitle style</a:t>
            </a:r>
          </a:p>
        </p:txBody>
      </p:sp>
    </p:spTree>
    <p:extLst>
      <p:ext uri="{BB962C8B-B14F-4D97-AF65-F5344CB8AC3E}">
        <p14:creationId xmlns:p14="http://schemas.microsoft.com/office/powerpoint/2010/main" val="1025368725"/>
      </p:ext>
    </p:extLst>
  </p:cSld>
  <p:clrMapOvr>
    <a:masterClrMapping/>
  </p:clrMapOvr>
  <p:transition spd="med">
    <p:fade/>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C3483-3EA2-05B0-5004-F7E0DFFA574E}"/>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399CB99B-8A7C-03AB-8D81-F20C6CE3F0CB}"/>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E99FA5-7CED-8BA5-D03A-FB858AAE1FBE}"/>
              </a:ext>
            </a:extLst>
          </p:cNvPr>
          <p:cNvSpPr txBox="1">
            <a:spLocks noGrp="1"/>
          </p:cNvSpPr>
          <p:nvPr>
            <p:ph type="dt" sz="half" idx="7"/>
          </p:nvPr>
        </p:nvSpPr>
        <p:spPr/>
        <p:txBody>
          <a:bodyPr/>
          <a:lstStyle>
            <a:lvl1pPr>
              <a:defRPr/>
            </a:lvl1pPr>
          </a:lstStyle>
          <a:p>
            <a:pPr lvl="0"/>
            <a:fld id="{F5B65AF7-9B78-4C17-87C5-CB49A83ECDF1}" type="datetime1">
              <a:rPr lang="en-US"/>
              <a:pPr lvl="0"/>
              <a:t>4/9/2026</a:t>
            </a:fld>
            <a:endParaRPr lang="en-US"/>
          </a:p>
        </p:txBody>
      </p:sp>
      <p:sp>
        <p:nvSpPr>
          <p:cNvPr id="5" name="Footer Placeholder 4">
            <a:extLst>
              <a:ext uri="{FF2B5EF4-FFF2-40B4-BE49-F238E27FC236}">
                <a16:creationId xmlns:a16="http://schemas.microsoft.com/office/drawing/2014/main" id="{075A5A83-7A33-2956-1919-5ED3BCA38EE2}"/>
              </a:ext>
            </a:extLst>
          </p:cNvPr>
          <p:cNvSpPr txBox="1">
            <a:spLocks noGrp="1"/>
          </p:cNvSpPr>
          <p:nvPr>
            <p:ph type="ftr" sz="quarter" idx="9"/>
          </p:nvPr>
        </p:nvSpPr>
        <p:spPr/>
        <p:txBody>
          <a:bodyPr/>
          <a:lstStyle>
            <a:lvl1pPr>
              <a:defRPr lang="en-IN"/>
            </a:lvl1pPr>
          </a:lstStyle>
          <a:p>
            <a:pPr lvl="0"/>
            <a:endParaRPr lang="en-IN"/>
          </a:p>
        </p:txBody>
      </p:sp>
      <p:sp>
        <p:nvSpPr>
          <p:cNvPr id="6" name="Slide Number Placeholder 5">
            <a:extLst>
              <a:ext uri="{FF2B5EF4-FFF2-40B4-BE49-F238E27FC236}">
                <a16:creationId xmlns:a16="http://schemas.microsoft.com/office/drawing/2014/main" id="{9B39E786-03C2-C4DA-73EF-222A58EE0839}"/>
              </a:ext>
            </a:extLst>
          </p:cNvPr>
          <p:cNvSpPr txBox="1">
            <a:spLocks noGrp="1"/>
          </p:cNvSpPr>
          <p:nvPr>
            <p:ph type="sldNum" sz="quarter" idx="8"/>
          </p:nvPr>
        </p:nvSpPr>
        <p:spPr/>
        <p:txBody>
          <a:bodyPr/>
          <a:lstStyle>
            <a:lvl1pPr>
              <a:defRPr lang="en-IN"/>
            </a:lvl1pPr>
          </a:lstStyle>
          <a:p>
            <a:pPr lvl="0"/>
            <a:fld id="{4A57B576-80B3-4084-9299-A19D09CEE105}" type="slidenum">
              <a:t>‹#›</a:t>
            </a:fld>
            <a:endParaRPr lang="en-IN"/>
          </a:p>
        </p:txBody>
      </p:sp>
    </p:spTree>
    <p:extLst>
      <p:ext uri="{BB962C8B-B14F-4D97-AF65-F5344CB8AC3E}">
        <p14:creationId xmlns:p14="http://schemas.microsoft.com/office/powerpoint/2010/main" val="3711061209"/>
      </p:ext>
    </p:extLst>
  </p:cSld>
  <p:clrMapOvr>
    <a:masterClrMapping/>
  </p:clrMapOvr>
  <p:transition spd="med">
    <p:fade/>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D3355-BDFF-35C2-F8BB-B550DB064E26}"/>
              </a:ext>
            </a:extLst>
          </p:cNvPr>
          <p:cNvSpPr txBox="1">
            <a:spLocks noGrp="1"/>
          </p:cNvSpPr>
          <p:nvPr>
            <p:ph type="title"/>
          </p:nvPr>
        </p:nvSpPr>
        <p:spPr>
          <a:xfrm>
            <a:off x="812590" y="4444998"/>
            <a:ext cx="7008574" cy="1930398"/>
          </a:xfrm>
        </p:spPr>
        <p:txBody>
          <a:bodyPr anchor="t"/>
          <a:lstStyle>
            <a:lvl1pPr>
              <a:defRPr sz="5400"/>
            </a:lvl1pPr>
          </a:lstStyle>
          <a:p>
            <a:pPr lvl="0"/>
            <a:r>
              <a:rPr lang="en-US"/>
              <a:t>Click to edit Master title style</a:t>
            </a:r>
          </a:p>
        </p:txBody>
      </p:sp>
      <p:sp>
        <p:nvSpPr>
          <p:cNvPr id="3" name="Text Placeholder 2">
            <a:extLst>
              <a:ext uri="{FF2B5EF4-FFF2-40B4-BE49-F238E27FC236}">
                <a16:creationId xmlns:a16="http://schemas.microsoft.com/office/drawing/2014/main" id="{DDF73EBB-F2B8-6FFE-5D5C-3543EDBC68C6}"/>
              </a:ext>
            </a:extLst>
          </p:cNvPr>
          <p:cNvSpPr txBox="1">
            <a:spLocks noGrp="1"/>
          </p:cNvSpPr>
          <p:nvPr>
            <p:ph type="body" idx="1"/>
          </p:nvPr>
        </p:nvSpPr>
        <p:spPr>
          <a:xfrm>
            <a:off x="812590" y="3124203"/>
            <a:ext cx="7008574" cy="1296984"/>
          </a:xfrm>
        </p:spPr>
        <p:txBody>
          <a:bodyPr anchor="b"/>
          <a:lstStyle>
            <a:lvl1pPr marL="0" indent="0">
              <a:spcBef>
                <a:spcPts val="0"/>
              </a:spcBef>
              <a:buNone/>
              <a:defRPr sz="2800"/>
            </a:lvl1pPr>
          </a:lstStyle>
          <a:p>
            <a:pPr lvl="0"/>
            <a:r>
              <a:rPr lang="en-US"/>
              <a:t>Click to edit Master text styles</a:t>
            </a:r>
          </a:p>
        </p:txBody>
      </p:sp>
    </p:spTree>
    <p:extLst>
      <p:ext uri="{BB962C8B-B14F-4D97-AF65-F5344CB8AC3E}">
        <p14:creationId xmlns:p14="http://schemas.microsoft.com/office/powerpoint/2010/main" val="2594426902"/>
      </p:ext>
    </p:extLst>
  </p:cSld>
  <p:clrMapOvr>
    <a:masterClrMapping/>
  </p:clrMapOvr>
  <p:transition spd="med">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0DD0A-ACDF-3CDA-480B-4350EA3F3636}"/>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7E0280AF-6969-B5A8-1DAE-87D5E17EA490}"/>
              </a:ext>
            </a:extLst>
          </p:cNvPr>
          <p:cNvSpPr txBox="1">
            <a:spLocks noGrp="1"/>
          </p:cNvSpPr>
          <p:nvPr>
            <p:ph idx="1"/>
          </p:nvPr>
        </p:nvSpPr>
        <p:spPr>
          <a:xfrm>
            <a:off x="1117305" y="1701798"/>
            <a:ext cx="4977106" cy="447040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FB67B-B7F2-DFC1-9AD6-622E84F6FF6A}"/>
              </a:ext>
            </a:extLst>
          </p:cNvPr>
          <p:cNvSpPr txBox="1">
            <a:spLocks noGrp="1"/>
          </p:cNvSpPr>
          <p:nvPr>
            <p:ph idx="2"/>
          </p:nvPr>
        </p:nvSpPr>
        <p:spPr>
          <a:xfrm>
            <a:off x="6297555" y="1701798"/>
            <a:ext cx="4977106" cy="447040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F62F4B-D907-06D0-2B26-0A5C20E23C81}"/>
              </a:ext>
            </a:extLst>
          </p:cNvPr>
          <p:cNvSpPr txBox="1">
            <a:spLocks noGrp="1"/>
          </p:cNvSpPr>
          <p:nvPr>
            <p:ph type="dt" sz="half" idx="7"/>
          </p:nvPr>
        </p:nvSpPr>
        <p:spPr/>
        <p:txBody>
          <a:bodyPr/>
          <a:lstStyle>
            <a:lvl1pPr>
              <a:defRPr/>
            </a:lvl1pPr>
          </a:lstStyle>
          <a:p>
            <a:pPr lvl="0"/>
            <a:fld id="{F06F1502-2A82-4F64-B9A9-8B96777DA581}" type="datetime1">
              <a:rPr lang="en-US"/>
              <a:pPr lvl="0"/>
              <a:t>4/9/2026</a:t>
            </a:fld>
            <a:endParaRPr lang="en-US"/>
          </a:p>
        </p:txBody>
      </p:sp>
      <p:sp>
        <p:nvSpPr>
          <p:cNvPr id="6" name="Footer Placeholder 5">
            <a:extLst>
              <a:ext uri="{FF2B5EF4-FFF2-40B4-BE49-F238E27FC236}">
                <a16:creationId xmlns:a16="http://schemas.microsoft.com/office/drawing/2014/main" id="{87E9E60C-A4F7-2532-4D22-D8EF13D2990B}"/>
              </a:ext>
            </a:extLst>
          </p:cNvPr>
          <p:cNvSpPr txBox="1">
            <a:spLocks noGrp="1"/>
          </p:cNvSpPr>
          <p:nvPr>
            <p:ph type="ftr" sz="quarter" idx="9"/>
          </p:nvPr>
        </p:nvSpPr>
        <p:spPr/>
        <p:txBody>
          <a:bodyPr/>
          <a:lstStyle>
            <a:lvl1pPr>
              <a:defRPr lang="en-IN"/>
            </a:lvl1pPr>
          </a:lstStyle>
          <a:p>
            <a:pPr lvl="0"/>
            <a:endParaRPr lang="en-IN"/>
          </a:p>
        </p:txBody>
      </p:sp>
      <p:sp>
        <p:nvSpPr>
          <p:cNvPr id="7" name="Slide Number Placeholder 6">
            <a:extLst>
              <a:ext uri="{FF2B5EF4-FFF2-40B4-BE49-F238E27FC236}">
                <a16:creationId xmlns:a16="http://schemas.microsoft.com/office/drawing/2014/main" id="{2C919CAE-1175-0B96-46D6-5610E56CC550}"/>
              </a:ext>
            </a:extLst>
          </p:cNvPr>
          <p:cNvSpPr txBox="1">
            <a:spLocks noGrp="1"/>
          </p:cNvSpPr>
          <p:nvPr>
            <p:ph type="sldNum" sz="quarter" idx="8"/>
          </p:nvPr>
        </p:nvSpPr>
        <p:spPr/>
        <p:txBody>
          <a:bodyPr/>
          <a:lstStyle>
            <a:lvl1pPr>
              <a:defRPr lang="en-IN"/>
            </a:lvl1pPr>
          </a:lstStyle>
          <a:p>
            <a:pPr lvl="0"/>
            <a:fld id="{F6760076-63D0-47A0-AC2C-0122BB9A3B0F}" type="slidenum">
              <a:t>‹#›</a:t>
            </a:fld>
            <a:endParaRPr lang="en-IN"/>
          </a:p>
        </p:txBody>
      </p:sp>
    </p:spTree>
    <p:extLst>
      <p:ext uri="{BB962C8B-B14F-4D97-AF65-F5344CB8AC3E}">
        <p14:creationId xmlns:p14="http://schemas.microsoft.com/office/powerpoint/2010/main" val="1233549669"/>
      </p:ext>
    </p:extLst>
  </p:cSld>
  <p:clrMapOvr>
    <a:masterClrMapping/>
  </p:clrMapOvr>
  <p:transition spd="med">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2A208-2D42-98B7-FDAF-A430FDC07EF4}"/>
              </a:ext>
            </a:extLst>
          </p:cNvPr>
          <p:cNvSpPr txBox="1">
            <a:spLocks noGrp="1"/>
          </p:cNvSpPr>
          <p:nvPr>
            <p:ph type="title"/>
          </p:nvPr>
        </p:nvSpPr>
        <p:spPr/>
        <p:txBody>
          <a:bodyPr/>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58C79494-1CB0-4618-BFA4-9095BB73ED71}"/>
              </a:ext>
            </a:extLst>
          </p:cNvPr>
          <p:cNvSpPr txBox="1">
            <a:spLocks noGrp="1"/>
          </p:cNvSpPr>
          <p:nvPr>
            <p:ph type="body" idx="1"/>
          </p:nvPr>
        </p:nvSpPr>
        <p:spPr>
          <a:xfrm>
            <a:off x="1121374" y="1608831"/>
            <a:ext cx="4973037" cy="512064"/>
          </a:xfrm>
        </p:spPr>
        <p:txBody>
          <a:bodyPr anchor="b">
            <a:noAutofit/>
          </a:bodyPr>
          <a:lstStyle>
            <a:lvl1pPr marL="0" indent="0">
              <a:spcBef>
                <a:spcPts val="0"/>
              </a:spcBef>
              <a:buNone/>
              <a:defRPr b="1"/>
            </a:lvl1pPr>
          </a:lstStyle>
          <a:p>
            <a:pPr lvl="0"/>
            <a:r>
              <a:rPr lang="en-US"/>
              <a:t>Click to edit Master text styles</a:t>
            </a:r>
          </a:p>
        </p:txBody>
      </p:sp>
      <p:sp>
        <p:nvSpPr>
          <p:cNvPr id="4" name="Content Placeholder 3">
            <a:extLst>
              <a:ext uri="{FF2B5EF4-FFF2-40B4-BE49-F238E27FC236}">
                <a16:creationId xmlns:a16="http://schemas.microsoft.com/office/drawing/2014/main" id="{1511294F-FBC5-CCE5-D732-584E0DC0A409}"/>
              </a:ext>
            </a:extLst>
          </p:cNvPr>
          <p:cNvSpPr txBox="1">
            <a:spLocks noGrp="1"/>
          </p:cNvSpPr>
          <p:nvPr>
            <p:ph idx="2"/>
          </p:nvPr>
        </p:nvSpPr>
        <p:spPr>
          <a:xfrm>
            <a:off x="1117305" y="2209803"/>
            <a:ext cx="4977106" cy="3962396"/>
          </a:xfrm>
        </p:spPr>
        <p:txBody>
          <a:bodyPr/>
          <a:lstStyle>
            <a:lvl1pPr>
              <a:defRPr sz="2000"/>
            </a:lvl1pPr>
            <a:lvl2pPr>
              <a:defRPr sz="1800"/>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CCCFE5-7159-7031-5734-104029CC631E}"/>
              </a:ext>
            </a:extLst>
          </p:cNvPr>
          <p:cNvSpPr txBox="1">
            <a:spLocks noGrp="1"/>
          </p:cNvSpPr>
          <p:nvPr>
            <p:ph type="body" idx="3"/>
          </p:nvPr>
        </p:nvSpPr>
        <p:spPr>
          <a:xfrm>
            <a:off x="6301624" y="1608831"/>
            <a:ext cx="4973037" cy="512064"/>
          </a:xfrm>
        </p:spPr>
        <p:txBody>
          <a:bodyPr anchor="b">
            <a:noAutofit/>
          </a:bodyPr>
          <a:lstStyle>
            <a:lvl1pPr marL="0" indent="0">
              <a:spcBef>
                <a:spcPts val="0"/>
              </a:spcBef>
              <a:buNone/>
              <a:defRPr b="1"/>
            </a:lvl1pPr>
          </a:lstStyle>
          <a:p>
            <a:pPr lvl="0"/>
            <a:r>
              <a:rPr lang="en-US"/>
              <a:t>Click to edit Master text styles</a:t>
            </a:r>
          </a:p>
        </p:txBody>
      </p:sp>
      <p:sp>
        <p:nvSpPr>
          <p:cNvPr id="6" name="Content Placeholder 5">
            <a:extLst>
              <a:ext uri="{FF2B5EF4-FFF2-40B4-BE49-F238E27FC236}">
                <a16:creationId xmlns:a16="http://schemas.microsoft.com/office/drawing/2014/main" id="{672B3EC9-F2A8-3329-1C3E-47FF9807E5AA}"/>
              </a:ext>
            </a:extLst>
          </p:cNvPr>
          <p:cNvSpPr txBox="1">
            <a:spLocks noGrp="1"/>
          </p:cNvSpPr>
          <p:nvPr>
            <p:ph idx="4"/>
          </p:nvPr>
        </p:nvSpPr>
        <p:spPr>
          <a:xfrm>
            <a:off x="6297555" y="2209803"/>
            <a:ext cx="4977106" cy="3962396"/>
          </a:xfrm>
        </p:spPr>
        <p:txBody>
          <a:bodyPr/>
          <a:lstStyle>
            <a:lvl1pPr>
              <a:defRPr sz="2000"/>
            </a:lvl1pPr>
            <a:lvl2pPr>
              <a:defRPr sz="1800"/>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36BCF6-7DDE-EE67-2774-36DC964E77D5}"/>
              </a:ext>
            </a:extLst>
          </p:cNvPr>
          <p:cNvSpPr txBox="1">
            <a:spLocks noGrp="1"/>
          </p:cNvSpPr>
          <p:nvPr>
            <p:ph type="dt" sz="half" idx="7"/>
          </p:nvPr>
        </p:nvSpPr>
        <p:spPr/>
        <p:txBody>
          <a:bodyPr/>
          <a:lstStyle>
            <a:lvl1pPr>
              <a:defRPr/>
            </a:lvl1pPr>
          </a:lstStyle>
          <a:p>
            <a:pPr lvl="0"/>
            <a:fld id="{E823F653-1E46-4CD5-89FE-C9FD1EA60535}" type="datetime1">
              <a:rPr lang="en-US"/>
              <a:pPr lvl="0"/>
              <a:t>4/9/2026</a:t>
            </a:fld>
            <a:endParaRPr lang="en-US"/>
          </a:p>
        </p:txBody>
      </p:sp>
      <p:sp>
        <p:nvSpPr>
          <p:cNvPr id="8" name="Footer Placeholder 7">
            <a:extLst>
              <a:ext uri="{FF2B5EF4-FFF2-40B4-BE49-F238E27FC236}">
                <a16:creationId xmlns:a16="http://schemas.microsoft.com/office/drawing/2014/main" id="{C07218ED-CC57-ED52-B968-210FD6A0FC18}"/>
              </a:ext>
            </a:extLst>
          </p:cNvPr>
          <p:cNvSpPr txBox="1">
            <a:spLocks noGrp="1"/>
          </p:cNvSpPr>
          <p:nvPr>
            <p:ph type="ftr" sz="quarter" idx="9"/>
          </p:nvPr>
        </p:nvSpPr>
        <p:spPr/>
        <p:txBody>
          <a:bodyPr/>
          <a:lstStyle>
            <a:lvl1pPr>
              <a:defRPr lang="en-IN"/>
            </a:lvl1pPr>
          </a:lstStyle>
          <a:p>
            <a:pPr lvl="0"/>
            <a:endParaRPr lang="en-IN"/>
          </a:p>
        </p:txBody>
      </p:sp>
      <p:sp>
        <p:nvSpPr>
          <p:cNvPr id="9" name="Slide Number Placeholder 8">
            <a:extLst>
              <a:ext uri="{FF2B5EF4-FFF2-40B4-BE49-F238E27FC236}">
                <a16:creationId xmlns:a16="http://schemas.microsoft.com/office/drawing/2014/main" id="{84DBA238-0727-708A-B371-279D505DEE2C}"/>
              </a:ext>
            </a:extLst>
          </p:cNvPr>
          <p:cNvSpPr txBox="1">
            <a:spLocks noGrp="1"/>
          </p:cNvSpPr>
          <p:nvPr>
            <p:ph type="sldNum" sz="quarter" idx="8"/>
          </p:nvPr>
        </p:nvSpPr>
        <p:spPr/>
        <p:txBody>
          <a:bodyPr/>
          <a:lstStyle>
            <a:lvl1pPr>
              <a:defRPr lang="en-IN"/>
            </a:lvl1pPr>
          </a:lstStyle>
          <a:p>
            <a:pPr lvl="0"/>
            <a:fld id="{6CE62E82-EE53-4136-98FD-17E77E25C423}" type="slidenum">
              <a:t>‹#›</a:t>
            </a:fld>
            <a:endParaRPr lang="en-IN"/>
          </a:p>
        </p:txBody>
      </p:sp>
    </p:spTree>
    <p:extLst>
      <p:ext uri="{BB962C8B-B14F-4D97-AF65-F5344CB8AC3E}">
        <p14:creationId xmlns:p14="http://schemas.microsoft.com/office/powerpoint/2010/main" val="2534431930"/>
      </p:ext>
    </p:extLst>
  </p:cSld>
  <p:clrMapOvr>
    <a:masterClrMapping/>
  </p:clrMapOvr>
  <p:transition spd="med">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E143C-A9D1-D684-8248-ECECB1D44384}"/>
              </a:ext>
            </a:extLst>
          </p:cNvPr>
          <p:cNvSpPr txBox="1">
            <a:spLocks noGrp="1"/>
          </p:cNvSpPr>
          <p:nvPr>
            <p:ph type="title"/>
          </p:nvPr>
        </p:nvSpPr>
        <p:spPr/>
        <p:txBody>
          <a:bodyPr/>
          <a:lstStyle>
            <a:lvl1pPr>
              <a:defRPr/>
            </a:lvl1pPr>
          </a:lstStyle>
          <a:p>
            <a:pPr lvl="0"/>
            <a:r>
              <a:rPr lang="en-US"/>
              <a:t>Click to edit Master title style</a:t>
            </a:r>
          </a:p>
        </p:txBody>
      </p:sp>
      <p:sp>
        <p:nvSpPr>
          <p:cNvPr id="3" name="Date Placeholder 2">
            <a:extLst>
              <a:ext uri="{FF2B5EF4-FFF2-40B4-BE49-F238E27FC236}">
                <a16:creationId xmlns:a16="http://schemas.microsoft.com/office/drawing/2014/main" id="{41527EC9-5A95-81ED-DF9C-4869CFC38670}"/>
              </a:ext>
            </a:extLst>
          </p:cNvPr>
          <p:cNvSpPr txBox="1">
            <a:spLocks noGrp="1"/>
          </p:cNvSpPr>
          <p:nvPr>
            <p:ph type="dt" sz="half" idx="7"/>
          </p:nvPr>
        </p:nvSpPr>
        <p:spPr/>
        <p:txBody>
          <a:bodyPr/>
          <a:lstStyle>
            <a:lvl1pPr>
              <a:defRPr/>
            </a:lvl1pPr>
          </a:lstStyle>
          <a:p>
            <a:pPr lvl="0"/>
            <a:fld id="{B37A17C2-46A2-4031-AB2F-37E099534A32}" type="datetime1">
              <a:rPr lang="en-US"/>
              <a:pPr lvl="0"/>
              <a:t>4/9/2026</a:t>
            </a:fld>
            <a:endParaRPr lang="en-US"/>
          </a:p>
        </p:txBody>
      </p:sp>
      <p:sp>
        <p:nvSpPr>
          <p:cNvPr id="4" name="Footer Placeholder 3">
            <a:extLst>
              <a:ext uri="{FF2B5EF4-FFF2-40B4-BE49-F238E27FC236}">
                <a16:creationId xmlns:a16="http://schemas.microsoft.com/office/drawing/2014/main" id="{858FADB5-279C-7062-FD9E-B6CEB9F63ECB}"/>
              </a:ext>
            </a:extLst>
          </p:cNvPr>
          <p:cNvSpPr txBox="1">
            <a:spLocks noGrp="1"/>
          </p:cNvSpPr>
          <p:nvPr>
            <p:ph type="ftr" sz="quarter" idx="9"/>
          </p:nvPr>
        </p:nvSpPr>
        <p:spPr/>
        <p:txBody>
          <a:bodyPr/>
          <a:lstStyle>
            <a:lvl1pPr>
              <a:defRPr lang="en-IN"/>
            </a:lvl1pPr>
          </a:lstStyle>
          <a:p>
            <a:pPr lvl="0"/>
            <a:endParaRPr lang="en-IN"/>
          </a:p>
        </p:txBody>
      </p:sp>
      <p:sp>
        <p:nvSpPr>
          <p:cNvPr id="5" name="Slide Number Placeholder 4">
            <a:extLst>
              <a:ext uri="{FF2B5EF4-FFF2-40B4-BE49-F238E27FC236}">
                <a16:creationId xmlns:a16="http://schemas.microsoft.com/office/drawing/2014/main" id="{82172A86-9DAF-0418-6BE7-B6E0FB5DE02D}"/>
              </a:ext>
            </a:extLst>
          </p:cNvPr>
          <p:cNvSpPr txBox="1">
            <a:spLocks noGrp="1"/>
          </p:cNvSpPr>
          <p:nvPr>
            <p:ph type="sldNum" sz="quarter" idx="8"/>
          </p:nvPr>
        </p:nvSpPr>
        <p:spPr/>
        <p:txBody>
          <a:bodyPr/>
          <a:lstStyle>
            <a:lvl1pPr>
              <a:defRPr lang="en-IN"/>
            </a:lvl1pPr>
          </a:lstStyle>
          <a:p>
            <a:pPr lvl="0"/>
            <a:fld id="{BB22DD0B-C05E-4CEB-9602-1EC9124E7EFF}" type="slidenum">
              <a:t>‹#›</a:t>
            </a:fld>
            <a:endParaRPr lang="en-IN"/>
          </a:p>
        </p:txBody>
      </p:sp>
    </p:spTree>
    <p:extLst>
      <p:ext uri="{BB962C8B-B14F-4D97-AF65-F5344CB8AC3E}">
        <p14:creationId xmlns:p14="http://schemas.microsoft.com/office/powerpoint/2010/main" val="2661773325"/>
      </p:ext>
    </p:extLst>
  </p:cSld>
  <p:clrMapOvr>
    <a:masterClrMapping/>
  </p:clrMapOvr>
  <p:transition spd="med">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5BD29F-8509-998A-5237-A45912855863}"/>
              </a:ext>
            </a:extLst>
          </p:cNvPr>
          <p:cNvSpPr txBox="1">
            <a:spLocks noGrp="1"/>
          </p:cNvSpPr>
          <p:nvPr>
            <p:ph type="dt" sz="half" idx="7"/>
          </p:nvPr>
        </p:nvSpPr>
        <p:spPr/>
        <p:txBody>
          <a:bodyPr/>
          <a:lstStyle>
            <a:lvl1pPr>
              <a:defRPr/>
            </a:lvl1pPr>
          </a:lstStyle>
          <a:p>
            <a:pPr lvl="0"/>
            <a:fld id="{4C0212B2-EC51-4F18-8A69-7A435559C64A}" type="datetime1">
              <a:rPr lang="en-US"/>
              <a:pPr lvl="0"/>
              <a:t>4/9/2026</a:t>
            </a:fld>
            <a:endParaRPr lang="en-US"/>
          </a:p>
        </p:txBody>
      </p:sp>
      <p:sp>
        <p:nvSpPr>
          <p:cNvPr id="3" name="Footer Placeholder 2">
            <a:extLst>
              <a:ext uri="{FF2B5EF4-FFF2-40B4-BE49-F238E27FC236}">
                <a16:creationId xmlns:a16="http://schemas.microsoft.com/office/drawing/2014/main" id="{20947C59-3CE6-DE24-F5E6-09AB81B2E8BD}"/>
              </a:ext>
            </a:extLst>
          </p:cNvPr>
          <p:cNvSpPr txBox="1">
            <a:spLocks noGrp="1"/>
          </p:cNvSpPr>
          <p:nvPr>
            <p:ph type="ftr" sz="quarter" idx="9"/>
          </p:nvPr>
        </p:nvSpPr>
        <p:spPr/>
        <p:txBody>
          <a:bodyPr/>
          <a:lstStyle>
            <a:lvl1pPr>
              <a:defRPr lang="en-IN"/>
            </a:lvl1pPr>
          </a:lstStyle>
          <a:p>
            <a:pPr lvl="0"/>
            <a:endParaRPr lang="en-IN"/>
          </a:p>
        </p:txBody>
      </p:sp>
      <p:sp>
        <p:nvSpPr>
          <p:cNvPr id="4" name="Slide Number Placeholder 3">
            <a:extLst>
              <a:ext uri="{FF2B5EF4-FFF2-40B4-BE49-F238E27FC236}">
                <a16:creationId xmlns:a16="http://schemas.microsoft.com/office/drawing/2014/main" id="{23C2DB9B-6839-947B-EE06-148481F9C803}"/>
              </a:ext>
            </a:extLst>
          </p:cNvPr>
          <p:cNvSpPr txBox="1">
            <a:spLocks noGrp="1"/>
          </p:cNvSpPr>
          <p:nvPr>
            <p:ph type="sldNum" sz="quarter" idx="8"/>
          </p:nvPr>
        </p:nvSpPr>
        <p:spPr/>
        <p:txBody>
          <a:bodyPr/>
          <a:lstStyle>
            <a:lvl1pPr>
              <a:defRPr lang="en-IN"/>
            </a:lvl1pPr>
          </a:lstStyle>
          <a:p>
            <a:pPr lvl="0"/>
            <a:fld id="{4CE27CB7-790F-45B3-BA4D-8702D440BF59}" type="slidenum">
              <a:t>‹#›</a:t>
            </a:fld>
            <a:endParaRPr lang="en-IN"/>
          </a:p>
        </p:txBody>
      </p:sp>
    </p:spTree>
    <p:extLst>
      <p:ext uri="{BB962C8B-B14F-4D97-AF65-F5344CB8AC3E}">
        <p14:creationId xmlns:p14="http://schemas.microsoft.com/office/powerpoint/2010/main" val="672713809"/>
      </p:ext>
    </p:extLst>
  </p:cSld>
  <p:clrMapOvr>
    <a:masterClrMapping/>
  </p:clrMapOvr>
  <p:transition spd="med">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2E53D3E9-BEC9-1C23-BDEA-B21B3BAB43DF}"/>
              </a:ext>
            </a:extLst>
          </p:cNvPr>
          <p:cNvSpPr/>
          <p:nvPr/>
        </p:nvSpPr>
        <p:spPr>
          <a:xfrm>
            <a:off x="3961363" y="0"/>
            <a:ext cx="7922736" cy="6858000"/>
          </a:xfrm>
          <a:prstGeom prst="rect">
            <a:avLst/>
          </a:prstGeom>
          <a:gradFill>
            <a:gsLst>
              <a:gs pos="0">
                <a:srgbClr val="FFFFFF">
                  <a:alpha val="0"/>
                </a:srgbClr>
              </a:gs>
              <a:gs pos="100000">
                <a:srgbClr val="FFFFFF">
                  <a:alpha val="55000"/>
                </a:srgbClr>
              </a:gs>
            </a:gsLst>
            <a:lin ang="7800000"/>
          </a:gradFill>
          <a:ln cap="flat">
            <a:noFill/>
            <a:prstDash val="solid"/>
          </a:ln>
        </p:spPr>
        <p:txBody>
          <a:bodyPr vert="horz" wrap="square" lIns="121898" tIns="60944" rIns="121898" bIns="60944" anchor="ctr" anchorCtr="1" compatLnSpc="1">
            <a:noAutofit/>
          </a:bodyPr>
          <a:lstStyle/>
          <a:p>
            <a:pPr marL="0" marR="0" lvl="0" indent="0" algn="ctr"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2400" b="0" i="0" u="none" strike="noStrike" kern="1200" cap="none" spc="0" baseline="0">
              <a:solidFill>
                <a:srgbClr val="FFFFFF"/>
              </a:solidFill>
              <a:uFillTx/>
              <a:latin typeface="Century Gothic"/>
            </a:endParaRPr>
          </a:p>
        </p:txBody>
      </p:sp>
      <p:sp>
        <p:nvSpPr>
          <p:cNvPr id="3" name="Title 1">
            <a:extLst>
              <a:ext uri="{FF2B5EF4-FFF2-40B4-BE49-F238E27FC236}">
                <a16:creationId xmlns:a16="http://schemas.microsoft.com/office/drawing/2014/main" id="{8A6775D2-83BB-AF0A-FCE0-649F31815A5F}"/>
              </a:ext>
            </a:extLst>
          </p:cNvPr>
          <p:cNvSpPr txBox="1">
            <a:spLocks noGrp="1"/>
          </p:cNvSpPr>
          <p:nvPr>
            <p:ph type="title"/>
          </p:nvPr>
        </p:nvSpPr>
        <p:spPr>
          <a:xfrm>
            <a:off x="304723" y="1701798"/>
            <a:ext cx="3351925" cy="2844798"/>
          </a:xfrm>
        </p:spPr>
        <p:txBody>
          <a:bodyPr/>
          <a:lstStyle>
            <a:lvl1pPr>
              <a:defRPr sz="2000" b="1"/>
            </a:lvl1pPr>
          </a:lstStyle>
          <a:p>
            <a:pPr lvl="0"/>
            <a:r>
              <a:rPr lang="en-US"/>
              <a:t>Click to edit Master title style</a:t>
            </a:r>
          </a:p>
        </p:txBody>
      </p:sp>
      <p:sp>
        <p:nvSpPr>
          <p:cNvPr id="4" name="Text Placeholder 3">
            <a:extLst>
              <a:ext uri="{FF2B5EF4-FFF2-40B4-BE49-F238E27FC236}">
                <a16:creationId xmlns:a16="http://schemas.microsoft.com/office/drawing/2014/main" id="{6BBBBBF4-7F0F-7330-F1B3-7ECAB40D95AE}"/>
              </a:ext>
            </a:extLst>
          </p:cNvPr>
          <p:cNvSpPr txBox="1">
            <a:spLocks noGrp="1"/>
          </p:cNvSpPr>
          <p:nvPr>
            <p:ph type="body" idx="2"/>
          </p:nvPr>
        </p:nvSpPr>
        <p:spPr>
          <a:xfrm>
            <a:off x="304723" y="4648196"/>
            <a:ext cx="3351925" cy="1727201"/>
          </a:xfrm>
        </p:spPr>
        <p:txBody>
          <a:bodyPr/>
          <a:lstStyle>
            <a:lvl1pPr marL="0" indent="0">
              <a:spcBef>
                <a:spcPts val="1200"/>
              </a:spcBef>
              <a:buNone/>
              <a:defRPr sz="1600"/>
            </a:lvl1pPr>
          </a:lstStyle>
          <a:p>
            <a:pPr lvl="0"/>
            <a:r>
              <a:rPr lang="en-US"/>
              <a:t>Click to edit Master text styles</a:t>
            </a:r>
          </a:p>
        </p:txBody>
      </p:sp>
      <p:sp>
        <p:nvSpPr>
          <p:cNvPr id="5" name="Content Placeholder 2">
            <a:extLst>
              <a:ext uri="{FF2B5EF4-FFF2-40B4-BE49-F238E27FC236}">
                <a16:creationId xmlns:a16="http://schemas.microsoft.com/office/drawing/2014/main" id="{807207D0-7F22-8C36-7364-3096BC1311F5}"/>
              </a:ext>
            </a:extLst>
          </p:cNvPr>
          <p:cNvSpPr txBox="1">
            <a:spLocks noGrp="1"/>
          </p:cNvSpPr>
          <p:nvPr>
            <p:ph idx="1"/>
          </p:nvPr>
        </p:nvSpPr>
        <p:spPr>
          <a:xfrm>
            <a:off x="4469239" y="482602"/>
            <a:ext cx="6805431" cy="5892795"/>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2341A437-2F80-0784-5456-701930F5A219}"/>
              </a:ext>
            </a:extLst>
          </p:cNvPr>
          <p:cNvSpPr txBox="1">
            <a:spLocks noGrp="1"/>
          </p:cNvSpPr>
          <p:nvPr>
            <p:ph type="dt" sz="half" idx="7"/>
          </p:nvPr>
        </p:nvSpPr>
        <p:spPr/>
        <p:txBody>
          <a:bodyPr/>
          <a:lstStyle>
            <a:lvl1pPr>
              <a:defRPr/>
            </a:lvl1pPr>
          </a:lstStyle>
          <a:p>
            <a:pPr lvl="0"/>
            <a:fld id="{96824801-9A0E-4770-AC89-16BCBE49B6B3}" type="datetime1">
              <a:rPr lang="en-US"/>
              <a:pPr lvl="0"/>
              <a:t>4/9/2026</a:t>
            </a:fld>
            <a:endParaRPr lang="en-US"/>
          </a:p>
        </p:txBody>
      </p:sp>
      <p:sp>
        <p:nvSpPr>
          <p:cNvPr id="7" name="Footer Placeholder 5">
            <a:extLst>
              <a:ext uri="{FF2B5EF4-FFF2-40B4-BE49-F238E27FC236}">
                <a16:creationId xmlns:a16="http://schemas.microsoft.com/office/drawing/2014/main" id="{54288B15-9A39-1202-F639-BABAA9877423}"/>
              </a:ext>
            </a:extLst>
          </p:cNvPr>
          <p:cNvSpPr txBox="1">
            <a:spLocks noGrp="1"/>
          </p:cNvSpPr>
          <p:nvPr>
            <p:ph type="ftr" sz="quarter" idx="9"/>
          </p:nvPr>
        </p:nvSpPr>
        <p:spPr/>
        <p:txBody>
          <a:bodyPr/>
          <a:lstStyle>
            <a:lvl1pPr>
              <a:defRPr lang="en-IN"/>
            </a:lvl1pPr>
          </a:lstStyle>
          <a:p>
            <a:pPr lvl="0"/>
            <a:endParaRPr lang="en-IN"/>
          </a:p>
        </p:txBody>
      </p:sp>
      <p:sp>
        <p:nvSpPr>
          <p:cNvPr id="8" name="Slide Number Placeholder 6">
            <a:extLst>
              <a:ext uri="{FF2B5EF4-FFF2-40B4-BE49-F238E27FC236}">
                <a16:creationId xmlns:a16="http://schemas.microsoft.com/office/drawing/2014/main" id="{B50357BC-2A90-034D-4766-1BB75E3B13CB}"/>
              </a:ext>
            </a:extLst>
          </p:cNvPr>
          <p:cNvSpPr txBox="1">
            <a:spLocks noGrp="1"/>
          </p:cNvSpPr>
          <p:nvPr>
            <p:ph type="sldNum" sz="quarter" idx="8"/>
          </p:nvPr>
        </p:nvSpPr>
        <p:spPr/>
        <p:txBody>
          <a:bodyPr/>
          <a:lstStyle>
            <a:lvl1pPr>
              <a:defRPr lang="en-IN"/>
            </a:lvl1pPr>
          </a:lstStyle>
          <a:p>
            <a:pPr lvl="0"/>
            <a:fld id="{FD8F1525-5473-45CC-884F-7C133F2C7CCA}" type="slidenum">
              <a:t>‹#›</a:t>
            </a:fld>
            <a:endParaRPr lang="en-IN"/>
          </a:p>
        </p:txBody>
      </p:sp>
    </p:spTree>
    <p:extLst>
      <p:ext uri="{BB962C8B-B14F-4D97-AF65-F5344CB8AC3E}">
        <p14:creationId xmlns:p14="http://schemas.microsoft.com/office/powerpoint/2010/main" val="3483404892"/>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DBE79E3-015C-1C0B-0213-FDD07E6487A2}"/>
              </a:ext>
            </a:extLst>
          </p:cNvPr>
          <p:cNvSpPr/>
          <p:nvPr/>
        </p:nvSpPr>
        <p:spPr>
          <a:xfrm>
            <a:off x="2082262" y="0"/>
            <a:ext cx="8024308" cy="6858000"/>
          </a:xfrm>
          <a:prstGeom prst="rect">
            <a:avLst/>
          </a:prstGeom>
          <a:gradFill>
            <a:gsLst>
              <a:gs pos="0">
                <a:srgbClr val="FFFFFF">
                  <a:alpha val="0"/>
                </a:srgbClr>
              </a:gs>
              <a:gs pos="100000">
                <a:srgbClr val="FFFFFF">
                  <a:alpha val="55000"/>
                </a:srgbClr>
              </a:gs>
            </a:gsLst>
            <a:lin ang="7800000"/>
          </a:gradFill>
          <a:ln cap="flat">
            <a:noFill/>
            <a:prstDash val="solid"/>
          </a:ln>
        </p:spPr>
        <p:txBody>
          <a:bodyPr vert="horz" wrap="square" lIns="121898" tIns="60944" rIns="121898" bIns="60944" anchor="ctr" anchorCtr="1" compatLnSpc="1">
            <a:noAutofit/>
          </a:bodyPr>
          <a:lstStyle/>
          <a:p>
            <a:pPr marL="0" marR="0" lvl="0" indent="0" algn="ctr"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2400" b="0" i="0" u="none" strike="noStrike" kern="1200" cap="none" spc="0" baseline="0">
              <a:solidFill>
                <a:srgbClr val="FFFFFF"/>
              </a:solidFill>
              <a:uFillTx/>
              <a:latin typeface="Century Gothic"/>
            </a:endParaRPr>
          </a:p>
        </p:txBody>
      </p:sp>
      <p:sp>
        <p:nvSpPr>
          <p:cNvPr id="3" name="Title 1">
            <a:extLst>
              <a:ext uri="{FF2B5EF4-FFF2-40B4-BE49-F238E27FC236}">
                <a16:creationId xmlns:a16="http://schemas.microsoft.com/office/drawing/2014/main" id="{8EF1D9D6-69CF-326D-8C31-D2E1A01F5ABC}"/>
              </a:ext>
            </a:extLst>
          </p:cNvPr>
          <p:cNvSpPr txBox="1">
            <a:spLocks noGrp="1"/>
          </p:cNvSpPr>
          <p:nvPr>
            <p:ph type="title"/>
          </p:nvPr>
        </p:nvSpPr>
        <p:spPr>
          <a:xfrm>
            <a:off x="2437762" y="4800600"/>
            <a:ext cx="7313298" cy="761996"/>
          </a:xfrm>
        </p:spPr>
        <p:txBody>
          <a:bodyPr/>
          <a:lstStyle>
            <a:lvl1pPr>
              <a:defRPr sz="2000" b="1"/>
            </a:lvl1pPr>
          </a:lstStyle>
          <a:p>
            <a:pPr lvl="0"/>
            <a:r>
              <a:rPr lang="en-US"/>
              <a:t>Click to edit Master title style</a:t>
            </a:r>
          </a:p>
        </p:txBody>
      </p:sp>
      <p:sp>
        <p:nvSpPr>
          <p:cNvPr id="4" name="Picture Placeholder 2" descr="An empty placeholder to add an image. Click on the placeholder and select the image that you wish to add.">
            <a:extLst>
              <a:ext uri="{FF2B5EF4-FFF2-40B4-BE49-F238E27FC236}">
                <a16:creationId xmlns:a16="http://schemas.microsoft.com/office/drawing/2014/main" id="{B450A7D6-48D2-9BCE-1879-6228103F0B19}"/>
              </a:ext>
            </a:extLst>
          </p:cNvPr>
          <p:cNvSpPr txBox="1">
            <a:spLocks noGrp="1"/>
          </p:cNvSpPr>
          <p:nvPr>
            <p:ph type="pic" idx="1"/>
          </p:nvPr>
        </p:nvSpPr>
        <p:spPr>
          <a:xfrm>
            <a:off x="2437762" y="279404"/>
            <a:ext cx="7313298" cy="4448171"/>
          </a:xfrm>
        </p:spPr>
        <p:txBody>
          <a:bodyPr/>
          <a:lstStyle>
            <a:lvl1pPr marL="0" indent="0">
              <a:buNone/>
              <a:defRPr sz="2800"/>
            </a:lvl1pPr>
          </a:lstStyle>
          <a:p>
            <a:pPr lvl="0"/>
            <a:r>
              <a:rPr lang="en-US"/>
              <a:t>Click icon to add picture</a:t>
            </a:r>
          </a:p>
        </p:txBody>
      </p:sp>
      <p:sp>
        <p:nvSpPr>
          <p:cNvPr id="5" name="Text Placeholder 3">
            <a:extLst>
              <a:ext uri="{FF2B5EF4-FFF2-40B4-BE49-F238E27FC236}">
                <a16:creationId xmlns:a16="http://schemas.microsoft.com/office/drawing/2014/main" id="{1B3CD4E7-3D9C-89FB-E6BB-5E7FA866F153}"/>
              </a:ext>
            </a:extLst>
          </p:cNvPr>
          <p:cNvSpPr txBox="1">
            <a:spLocks noGrp="1"/>
          </p:cNvSpPr>
          <p:nvPr>
            <p:ph type="body" idx="2"/>
          </p:nvPr>
        </p:nvSpPr>
        <p:spPr>
          <a:xfrm>
            <a:off x="2437762" y="5562596"/>
            <a:ext cx="7313298" cy="812801"/>
          </a:xfrm>
        </p:spPr>
        <p:txBody>
          <a:bodyPr/>
          <a:lstStyle>
            <a:lvl1pPr marL="0" indent="0">
              <a:spcBef>
                <a:spcPts val="0"/>
              </a:spcBef>
              <a:buNone/>
              <a:defRPr sz="1600"/>
            </a:lvl1pPr>
          </a:lstStyle>
          <a:p>
            <a:pPr lvl="0"/>
            <a:r>
              <a:rPr lang="en-US"/>
              <a:t>Click to edit Master text styles</a:t>
            </a:r>
          </a:p>
        </p:txBody>
      </p:sp>
      <p:sp>
        <p:nvSpPr>
          <p:cNvPr id="6" name="Date Placeholder 4">
            <a:extLst>
              <a:ext uri="{FF2B5EF4-FFF2-40B4-BE49-F238E27FC236}">
                <a16:creationId xmlns:a16="http://schemas.microsoft.com/office/drawing/2014/main" id="{8CD1A9D8-EF97-1840-6EF0-A30A7357EE86}"/>
              </a:ext>
            </a:extLst>
          </p:cNvPr>
          <p:cNvSpPr txBox="1">
            <a:spLocks noGrp="1"/>
          </p:cNvSpPr>
          <p:nvPr>
            <p:ph type="dt" sz="half" idx="7"/>
          </p:nvPr>
        </p:nvSpPr>
        <p:spPr/>
        <p:txBody>
          <a:bodyPr/>
          <a:lstStyle>
            <a:lvl1pPr>
              <a:defRPr/>
            </a:lvl1pPr>
          </a:lstStyle>
          <a:p>
            <a:pPr lvl="0"/>
            <a:fld id="{C1FA0A85-6723-4133-9943-703CE3F08C68}" type="datetime1">
              <a:rPr lang="en-US"/>
              <a:pPr lvl="0"/>
              <a:t>4/9/2026</a:t>
            </a:fld>
            <a:endParaRPr lang="en-US"/>
          </a:p>
        </p:txBody>
      </p:sp>
      <p:sp>
        <p:nvSpPr>
          <p:cNvPr id="7" name="Footer Placeholder 5">
            <a:extLst>
              <a:ext uri="{FF2B5EF4-FFF2-40B4-BE49-F238E27FC236}">
                <a16:creationId xmlns:a16="http://schemas.microsoft.com/office/drawing/2014/main" id="{EBF2965F-CE9D-59B4-F211-11DD6762BFF7}"/>
              </a:ext>
            </a:extLst>
          </p:cNvPr>
          <p:cNvSpPr txBox="1">
            <a:spLocks noGrp="1"/>
          </p:cNvSpPr>
          <p:nvPr>
            <p:ph type="ftr" sz="quarter" idx="9"/>
          </p:nvPr>
        </p:nvSpPr>
        <p:spPr/>
        <p:txBody>
          <a:bodyPr/>
          <a:lstStyle>
            <a:lvl1pPr>
              <a:defRPr lang="en-IN"/>
            </a:lvl1pPr>
          </a:lstStyle>
          <a:p>
            <a:pPr lvl="0"/>
            <a:endParaRPr lang="en-IN"/>
          </a:p>
        </p:txBody>
      </p:sp>
      <p:sp>
        <p:nvSpPr>
          <p:cNvPr id="8" name="Slide Number Placeholder 6">
            <a:extLst>
              <a:ext uri="{FF2B5EF4-FFF2-40B4-BE49-F238E27FC236}">
                <a16:creationId xmlns:a16="http://schemas.microsoft.com/office/drawing/2014/main" id="{94FB3A3A-ECED-D0C6-0B41-92F177DB488F}"/>
              </a:ext>
            </a:extLst>
          </p:cNvPr>
          <p:cNvSpPr txBox="1">
            <a:spLocks noGrp="1"/>
          </p:cNvSpPr>
          <p:nvPr>
            <p:ph type="sldNum" sz="quarter" idx="8"/>
          </p:nvPr>
        </p:nvSpPr>
        <p:spPr/>
        <p:txBody>
          <a:bodyPr/>
          <a:lstStyle>
            <a:lvl1pPr>
              <a:defRPr lang="en-IN"/>
            </a:lvl1pPr>
          </a:lstStyle>
          <a:p>
            <a:pPr lvl="0"/>
            <a:fld id="{4B6C1FBA-B5FE-4B47-9B05-29E85BEB04E6}" type="slidenum">
              <a:t>‹#›</a:t>
            </a:fld>
            <a:endParaRPr lang="en-IN"/>
          </a:p>
        </p:txBody>
      </p:sp>
    </p:spTree>
    <p:extLst>
      <p:ext uri="{BB962C8B-B14F-4D97-AF65-F5344CB8AC3E}">
        <p14:creationId xmlns:p14="http://schemas.microsoft.com/office/powerpoint/2010/main" val="773665500"/>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45AD-9EC4-0FE7-8FA1-B4C099D388E0}"/>
              </a:ext>
            </a:extLst>
          </p:cNvPr>
          <p:cNvSpPr txBox="1">
            <a:spLocks noGrp="1"/>
          </p:cNvSpPr>
          <p:nvPr>
            <p:ph type="title"/>
          </p:nvPr>
        </p:nvSpPr>
        <p:spPr/>
        <p:txBody>
          <a:bodyPr/>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F2A8182D-6533-6F15-29A6-7FA7AA99C8DC}"/>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A5E315-E6E5-0B96-E318-31088F184474}"/>
              </a:ext>
            </a:extLst>
          </p:cNvPr>
          <p:cNvSpPr txBox="1">
            <a:spLocks noGrp="1"/>
          </p:cNvSpPr>
          <p:nvPr>
            <p:ph type="dt" sz="half" idx="7"/>
          </p:nvPr>
        </p:nvSpPr>
        <p:spPr/>
        <p:txBody>
          <a:bodyPr/>
          <a:lstStyle>
            <a:lvl1pPr>
              <a:defRPr/>
            </a:lvl1pPr>
          </a:lstStyle>
          <a:p>
            <a:pPr lvl="0"/>
            <a:fld id="{AC2818D7-B7EB-4E0B-8736-1C2C64F0D618}" type="datetime1">
              <a:rPr lang="en-US"/>
              <a:pPr lvl="0"/>
              <a:t>4/9/2026</a:t>
            </a:fld>
            <a:endParaRPr lang="en-US"/>
          </a:p>
        </p:txBody>
      </p:sp>
      <p:sp>
        <p:nvSpPr>
          <p:cNvPr id="5" name="Footer Placeholder 4">
            <a:extLst>
              <a:ext uri="{FF2B5EF4-FFF2-40B4-BE49-F238E27FC236}">
                <a16:creationId xmlns:a16="http://schemas.microsoft.com/office/drawing/2014/main" id="{93627C3D-6A9B-E885-5508-4B2D513AD289}"/>
              </a:ext>
            </a:extLst>
          </p:cNvPr>
          <p:cNvSpPr txBox="1">
            <a:spLocks noGrp="1"/>
          </p:cNvSpPr>
          <p:nvPr>
            <p:ph type="ftr" sz="quarter" idx="9"/>
          </p:nvPr>
        </p:nvSpPr>
        <p:spPr/>
        <p:txBody>
          <a:bodyPr/>
          <a:lstStyle>
            <a:lvl1pPr>
              <a:defRPr lang="en-IN"/>
            </a:lvl1pPr>
          </a:lstStyle>
          <a:p>
            <a:pPr lvl="0"/>
            <a:endParaRPr lang="en-IN"/>
          </a:p>
        </p:txBody>
      </p:sp>
      <p:sp>
        <p:nvSpPr>
          <p:cNvPr id="6" name="Slide Number Placeholder 5">
            <a:extLst>
              <a:ext uri="{FF2B5EF4-FFF2-40B4-BE49-F238E27FC236}">
                <a16:creationId xmlns:a16="http://schemas.microsoft.com/office/drawing/2014/main" id="{98D7D2CC-A4C6-AB52-A576-C063B1DA5A75}"/>
              </a:ext>
            </a:extLst>
          </p:cNvPr>
          <p:cNvSpPr txBox="1">
            <a:spLocks noGrp="1"/>
          </p:cNvSpPr>
          <p:nvPr>
            <p:ph type="sldNum" sz="quarter" idx="8"/>
          </p:nvPr>
        </p:nvSpPr>
        <p:spPr/>
        <p:txBody>
          <a:bodyPr/>
          <a:lstStyle>
            <a:lvl1pPr>
              <a:defRPr lang="en-IN"/>
            </a:lvl1pPr>
          </a:lstStyle>
          <a:p>
            <a:pPr lvl="0"/>
            <a:fld id="{FEEAA93E-858C-49DF-B2A1-B2D1EB937251}" type="slidenum">
              <a:t>‹#›</a:t>
            </a:fld>
            <a:endParaRPr lang="en-IN"/>
          </a:p>
        </p:txBody>
      </p:sp>
    </p:spTree>
    <p:extLst>
      <p:ext uri="{BB962C8B-B14F-4D97-AF65-F5344CB8AC3E}">
        <p14:creationId xmlns:p14="http://schemas.microsoft.com/office/powerpoint/2010/main" val="3860011358"/>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C30BEC-9078-0FF4-EB31-70A39B75770C}"/>
              </a:ext>
            </a:extLst>
          </p:cNvPr>
          <p:cNvSpPr txBox="1">
            <a:spLocks noGrp="1"/>
          </p:cNvSpPr>
          <p:nvPr>
            <p:ph type="title" orient="vert"/>
          </p:nvPr>
        </p:nvSpPr>
        <p:spPr>
          <a:xfrm>
            <a:off x="9852632" y="274640"/>
            <a:ext cx="1422029" cy="5897559"/>
          </a:xfrm>
        </p:spPr>
        <p:txBody>
          <a:bodyPr vert="eaVert"/>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E370A74A-6454-0D42-29F0-055F185C7124}"/>
              </a:ext>
            </a:extLst>
          </p:cNvPr>
          <p:cNvSpPr txBox="1">
            <a:spLocks noGrp="1"/>
          </p:cNvSpPr>
          <p:nvPr>
            <p:ph type="body" orient="vert" idx="1"/>
          </p:nvPr>
        </p:nvSpPr>
        <p:spPr>
          <a:xfrm>
            <a:off x="1117305" y="274640"/>
            <a:ext cx="8532174" cy="5897559"/>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423B89-284A-6DD5-FD01-026E5AE9B64F}"/>
              </a:ext>
            </a:extLst>
          </p:cNvPr>
          <p:cNvSpPr txBox="1">
            <a:spLocks noGrp="1"/>
          </p:cNvSpPr>
          <p:nvPr>
            <p:ph type="dt" sz="half" idx="7"/>
          </p:nvPr>
        </p:nvSpPr>
        <p:spPr/>
        <p:txBody>
          <a:bodyPr/>
          <a:lstStyle>
            <a:lvl1pPr>
              <a:defRPr/>
            </a:lvl1pPr>
          </a:lstStyle>
          <a:p>
            <a:pPr lvl="0"/>
            <a:fld id="{CF66BCAE-4336-47C6-91FD-971941ED5C1C}" type="datetime1">
              <a:rPr lang="en-US"/>
              <a:pPr lvl="0"/>
              <a:t>4/9/2026</a:t>
            </a:fld>
            <a:endParaRPr lang="en-US"/>
          </a:p>
        </p:txBody>
      </p:sp>
      <p:sp>
        <p:nvSpPr>
          <p:cNvPr id="5" name="Footer Placeholder 4">
            <a:extLst>
              <a:ext uri="{FF2B5EF4-FFF2-40B4-BE49-F238E27FC236}">
                <a16:creationId xmlns:a16="http://schemas.microsoft.com/office/drawing/2014/main" id="{61327F5E-9911-4803-65F2-F99543BF3639}"/>
              </a:ext>
            </a:extLst>
          </p:cNvPr>
          <p:cNvSpPr txBox="1">
            <a:spLocks noGrp="1"/>
          </p:cNvSpPr>
          <p:nvPr>
            <p:ph type="ftr" sz="quarter" idx="9"/>
          </p:nvPr>
        </p:nvSpPr>
        <p:spPr/>
        <p:txBody>
          <a:bodyPr/>
          <a:lstStyle>
            <a:lvl1pPr>
              <a:defRPr lang="en-IN"/>
            </a:lvl1pPr>
          </a:lstStyle>
          <a:p>
            <a:pPr lvl="0"/>
            <a:endParaRPr lang="en-IN"/>
          </a:p>
        </p:txBody>
      </p:sp>
      <p:sp>
        <p:nvSpPr>
          <p:cNvPr id="6" name="Slide Number Placeholder 5">
            <a:extLst>
              <a:ext uri="{FF2B5EF4-FFF2-40B4-BE49-F238E27FC236}">
                <a16:creationId xmlns:a16="http://schemas.microsoft.com/office/drawing/2014/main" id="{6507A412-CAA0-F30A-5700-183D0B41B68C}"/>
              </a:ext>
            </a:extLst>
          </p:cNvPr>
          <p:cNvSpPr txBox="1">
            <a:spLocks noGrp="1"/>
          </p:cNvSpPr>
          <p:nvPr>
            <p:ph type="sldNum" sz="quarter" idx="8"/>
          </p:nvPr>
        </p:nvSpPr>
        <p:spPr/>
        <p:txBody>
          <a:bodyPr/>
          <a:lstStyle>
            <a:lvl1pPr>
              <a:defRPr lang="en-IN"/>
            </a:lvl1pPr>
          </a:lstStyle>
          <a:p>
            <a:pPr lvl="0"/>
            <a:fld id="{3D74E8A0-2300-4360-82C0-7B4AC39DB588}" type="slidenum">
              <a:t>‹#›</a:t>
            </a:fld>
            <a:endParaRPr lang="en-IN"/>
          </a:p>
        </p:txBody>
      </p:sp>
    </p:spTree>
    <p:extLst>
      <p:ext uri="{BB962C8B-B14F-4D97-AF65-F5344CB8AC3E}">
        <p14:creationId xmlns:p14="http://schemas.microsoft.com/office/powerpoint/2010/main" val="2825425056"/>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B0B6B3EF-27A7-183C-9797-37DD2842CD15}"/>
              </a:ext>
            </a:extLst>
          </p:cNvPr>
          <p:cNvSpPr/>
          <p:nvPr/>
        </p:nvSpPr>
        <p:spPr>
          <a:xfrm>
            <a:off x="304723" y="0"/>
            <a:ext cx="11579385" cy="6858000"/>
          </a:xfrm>
          <a:prstGeom prst="rect">
            <a:avLst/>
          </a:prstGeom>
          <a:gradFill>
            <a:gsLst>
              <a:gs pos="0">
                <a:srgbClr val="FFFFFF">
                  <a:alpha val="0"/>
                </a:srgbClr>
              </a:gs>
              <a:gs pos="100000">
                <a:srgbClr val="FFFFFF">
                  <a:alpha val="55000"/>
                </a:srgbClr>
              </a:gs>
            </a:gsLst>
            <a:lin ang="7800000"/>
          </a:gradFill>
          <a:ln cap="flat">
            <a:noFill/>
            <a:prstDash val="solid"/>
          </a:ln>
        </p:spPr>
        <p:txBody>
          <a:bodyPr vert="horz" wrap="square" lIns="121898" tIns="60944" rIns="121898" bIns="60944" anchor="ctr" anchorCtr="1" compatLnSpc="1">
            <a:noAutofit/>
          </a:bodyPr>
          <a:lstStyle/>
          <a:p>
            <a:pPr marL="0" marR="0" lvl="0" indent="0" algn="ctr"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2400" b="0" i="0" u="none" strike="noStrike" kern="1200" cap="none" spc="0" baseline="0">
              <a:solidFill>
                <a:srgbClr val="FFFFFF"/>
              </a:solidFill>
              <a:uFillTx/>
              <a:latin typeface="Century Gothic"/>
            </a:endParaRPr>
          </a:p>
        </p:txBody>
      </p:sp>
      <p:sp>
        <p:nvSpPr>
          <p:cNvPr id="3" name="Title Placeholder 1">
            <a:extLst>
              <a:ext uri="{FF2B5EF4-FFF2-40B4-BE49-F238E27FC236}">
                <a16:creationId xmlns:a16="http://schemas.microsoft.com/office/drawing/2014/main" id="{79AC6B6B-F9D9-E0DA-BCD7-2F2C97743A3D}"/>
              </a:ext>
            </a:extLst>
          </p:cNvPr>
          <p:cNvSpPr txBox="1">
            <a:spLocks noGrp="1"/>
          </p:cNvSpPr>
          <p:nvPr>
            <p:ph type="title"/>
          </p:nvPr>
        </p:nvSpPr>
        <p:spPr>
          <a:xfrm>
            <a:off x="1117305" y="76196"/>
            <a:ext cx="10157356" cy="1397002"/>
          </a:xfrm>
          <a:prstGeom prst="rect">
            <a:avLst/>
          </a:prstGeom>
          <a:noFill/>
          <a:ln>
            <a:noFill/>
          </a:ln>
        </p:spPr>
        <p:txBody>
          <a:bodyPr vert="horz" wrap="square" lIns="121898" tIns="60944" rIns="121898" bIns="60944" anchor="b" anchorCtr="0" compatLnSpc="1">
            <a:normAutofit/>
          </a:bodyPr>
          <a:lstStyle/>
          <a:p>
            <a:pPr lvl="0"/>
            <a:r>
              <a:rPr lang="en-US"/>
              <a:t>Click to edit Master title style</a:t>
            </a:r>
          </a:p>
        </p:txBody>
      </p:sp>
      <p:sp>
        <p:nvSpPr>
          <p:cNvPr id="4" name="Text Placeholder 2">
            <a:extLst>
              <a:ext uri="{FF2B5EF4-FFF2-40B4-BE49-F238E27FC236}">
                <a16:creationId xmlns:a16="http://schemas.microsoft.com/office/drawing/2014/main" id="{37BD321E-A7EA-DB3D-8864-0DCCF6DD397C}"/>
              </a:ext>
            </a:extLst>
          </p:cNvPr>
          <p:cNvSpPr txBox="1">
            <a:spLocks noGrp="1"/>
          </p:cNvSpPr>
          <p:nvPr>
            <p:ph type="body" idx="1"/>
          </p:nvPr>
        </p:nvSpPr>
        <p:spPr>
          <a:xfrm>
            <a:off x="1117305" y="1701798"/>
            <a:ext cx="10157356" cy="4470401"/>
          </a:xfrm>
          <a:prstGeom prst="rect">
            <a:avLst/>
          </a:prstGeom>
          <a:noFill/>
          <a:ln>
            <a:noFill/>
          </a:ln>
        </p:spPr>
        <p:txBody>
          <a:bodyPr vert="horz" wrap="square" lIns="121898" tIns="60944" rIns="121898" bIns="60944"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85EC94DC-6E3F-B2FA-AF12-770DBE85463F}"/>
              </a:ext>
            </a:extLst>
          </p:cNvPr>
          <p:cNvSpPr txBox="1">
            <a:spLocks noGrp="1"/>
          </p:cNvSpPr>
          <p:nvPr>
            <p:ph type="dt" sz="half" idx="2"/>
          </p:nvPr>
        </p:nvSpPr>
        <p:spPr>
          <a:xfrm>
            <a:off x="1117305" y="6400800"/>
            <a:ext cx="2742486" cy="320670"/>
          </a:xfrm>
          <a:prstGeom prst="rect">
            <a:avLst/>
          </a:prstGeom>
          <a:noFill/>
          <a:ln>
            <a:noFill/>
          </a:ln>
        </p:spPr>
        <p:txBody>
          <a:bodyPr vert="horz" wrap="square" lIns="121898" tIns="60944" rIns="121898" bIns="60944" anchor="b" anchorCtr="0" compatLnSpc="1">
            <a:noAutofit/>
          </a:bodyPr>
          <a:lstStyle>
            <a:lvl1pPr marL="0" marR="0" lvl="0" indent="0" algn="l" defTabSz="1218986" rtl="0" fontAlgn="auto" hangingPunct="1">
              <a:lnSpc>
                <a:spcPct val="100000"/>
              </a:lnSpc>
              <a:spcBef>
                <a:spcPts val="0"/>
              </a:spcBef>
              <a:spcAft>
                <a:spcPts val="0"/>
              </a:spcAft>
              <a:buNone/>
              <a:tabLst/>
              <a:defRPr lang="en-US" sz="1200" b="0" i="0" u="none" strike="noStrike" kern="1200" cap="none" spc="0" baseline="0">
                <a:solidFill>
                  <a:srgbClr val="595959"/>
                </a:solidFill>
                <a:uFillTx/>
                <a:latin typeface="Century Gothic"/>
              </a:defRPr>
            </a:lvl1pPr>
          </a:lstStyle>
          <a:p>
            <a:pPr lvl="0"/>
            <a:fld id="{9A5D5DF9-EE3A-4385-A7F0-A234FC8F0073}" type="datetime1">
              <a:rPr lang="en-US"/>
              <a:pPr lvl="0"/>
              <a:t>4/9/2026</a:t>
            </a:fld>
            <a:endParaRPr lang="en-US"/>
          </a:p>
        </p:txBody>
      </p:sp>
      <p:sp>
        <p:nvSpPr>
          <p:cNvPr id="6" name="Footer Placeholder 4">
            <a:extLst>
              <a:ext uri="{FF2B5EF4-FFF2-40B4-BE49-F238E27FC236}">
                <a16:creationId xmlns:a16="http://schemas.microsoft.com/office/drawing/2014/main" id="{3E2BDF6A-20D5-EFCB-3652-E335F62D3AAC}"/>
              </a:ext>
            </a:extLst>
          </p:cNvPr>
          <p:cNvSpPr txBox="1">
            <a:spLocks noGrp="1"/>
          </p:cNvSpPr>
          <p:nvPr>
            <p:ph type="ftr" sz="quarter" idx="3"/>
          </p:nvPr>
        </p:nvSpPr>
        <p:spPr>
          <a:xfrm>
            <a:off x="3907843" y="6400800"/>
            <a:ext cx="6216301" cy="320670"/>
          </a:xfrm>
          <a:prstGeom prst="rect">
            <a:avLst/>
          </a:prstGeom>
          <a:noFill/>
          <a:ln>
            <a:noFill/>
          </a:ln>
        </p:spPr>
        <p:txBody>
          <a:bodyPr vert="horz" wrap="square" lIns="121898" tIns="60944" rIns="121898" bIns="60944" anchor="b" anchorCtr="1" compatLnSpc="1">
            <a:noAutofit/>
          </a:bodyPr>
          <a:lstStyle>
            <a:lvl1pPr marL="0" marR="0" lvl="0" indent="0" algn="ctr" defTabSz="1218986" rtl="0" fontAlgn="auto" hangingPunct="1">
              <a:lnSpc>
                <a:spcPct val="100000"/>
              </a:lnSpc>
              <a:spcBef>
                <a:spcPts val="0"/>
              </a:spcBef>
              <a:spcAft>
                <a:spcPts val="0"/>
              </a:spcAft>
              <a:buNone/>
              <a:tabLst/>
              <a:defRPr lang="en-US" sz="1200" b="0" i="0" u="none" strike="noStrike" kern="1200" cap="none" spc="0" baseline="0">
                <a:solidFill>
                  <a:srgbClr val="595959"/>
                </a:solidFill>
                <a:uFillTx/>
                <a:latin typeface="Century Gothic"/>
              </a:defRPr>
            </a:lvl1pPr>
          </a:lstStyle>
          <a:p>
            <a:pPr lvl="0"/>
            <a:endParaRPr lang="en-US"/>
          </a:p>
        </p:txBody>
      </p:sp>
      <p:sp>
        <p:nvSpPr>
          <p:cNvPr id="7" name="Slide Number Placeholder 5">
            <a:extLst>
              <a:ext uri="{FF2B5EF4-FFF2-40B4-BE49-F238E27FC236}">
                <a16:creationId xmlns:a16="http://schemas.microsoft.com/office/drawing/2014/main" id="{96D8A5DF-A93B-ECA0-D1F8-5313B1C8BBEE}"/>
              </a:ext>
            </a:extLst>
          </p:cNvPr>
          <p:cNvSpPr txBox="1">
            <a:spLocks noGrp="1"/>
          </p:cNvSpPr>
          <p:nvPr>
            <p:ph type="sldNum" sz="quarter" idx="4"/>
          </p:nvPr>
        </p:nvSpPr>
        <p:spPr>
          <a:xfrm>
            <a:off x="10167149" y="6400800"/>
            <a:ext cx="1107521" cy="320670"/>
          </a:xfrm>
          <a:prstGeom prst="rect">
            <a:avLst/>
          </a:prstGeom>
          <a:noFill/>
          <a:ln>
            <a:noFill/>
          </a:ln>
        </p:spPr>
        <p:txBody>
          <a:bodyPr vert="horz" wrap="square" lIns="121898" tIns="60944" rIns="121898" bIns="60944" anchor="b" anchorCtr="0" compatLnSpc="1">
            <a:noAutofit/>
          </a:bodyPr>
          <a:lstStyle>
            <a:lvl1pPr marL="0" marR="0" lvl="0" indent="0" algn="r" defTabSz="1218986" rtl="0" fontAlgn="auto" hangingPunct="1">
              <a:lnSpc>
                <a:spcPct val="100000"/>
              </a:lnSpc>
              <a:spcBef>
                <a:spcPts val="0"/>
              </a:spcBef>
              <a:spcAft>
                <a:spcPts val="0"/>
              </a:spcAft>
              <a:buNone/>
              <a:tabLst/>
              <a:defRPr lang="en-US" sz="1200" b="0" i="0" u="none" strike="noStrike" kern="1200" cap="none" spc="0" baseline="0">
                <a:solidFill>
                  <a:srgbClr val="595959"/>
                </a:solidFill>
                <a:uFillTx/>
                <a:latin typeface="Century Gothic"/>
              </a:defRPr>
            </a:lvl1pPr>
          </a:lstStyle>
          <a:p>
            <a:pPr lvl="0"/>
            <a:fld id="{68252B04-255C-40D0-94CE-4256F3591680}"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fade/>
  </p:transition>
  <p:txStyles>
    <p:titleStyle>
      <a:lvl1pPr marL="0" marR="0" lvl="0" indent="0" algn="l" defTabSz="1218986" rtl="0" fontAlgn="auto" hangingPunct="1">
        <a:lnSpc>
          <a:spcPct val="85000"/>
        </a:lnSpc>
        <a:spcBef>
          <a:spcPts val="0"/>
        </a:spcBef>
        <a:spcAft>
          <a:spcPts val="0"/>
        </a:spcAft>
        <a:buNone/>
        <a:tabLst/>
        <a:defRPr lang="en-US" sz="4400" b="0" i="0" u="none" strike="noStrike" kern="1200" cap="none" spc="0" baseline="0">
          <a:solidFill>
            <a:srgbClr val="374C81"/>
          </a:solidFill>
          <a:uFillTx/>
          <a:latin typeface="Century Gothic"/>
        </a:defRPr>
      </a:lvl1pPr>
    </p:titleStyle>
    <p:bodyStyle>
      <a:lvl1pPr marL="304751" marR="0" lvl="0" indent="-304751" algn="l" defTabSz="1218986" rtl="0" fontAlgn="auto" hangingPunct="1">
        <a:lnSpc>
          <a:spcPct val="95000"/>
        </a:lnSpc>
        <a:spcBef>
          <a:spcPts val="1865"/>
        </a:spcBef>
        <a:spcAft>
          <a:spcPts val="0"/>
        </a:spcAft>
        <a:buSzPct val="100000"/>
        <a:buFont typeface="Arial" pitchFamily="34"/>
        <a:buChar char="•"/>
        <a:tabLst/>
        <a:defRPr lang="en-US" sz="2400" b="0" i="0" u="none" strike="noStrike" kern="1200" cap="none" spc="0" baseline="0">
          <a:solidFill>
            <a:srgbClr val="374C81"/>
          </a:solidFill>
          <a:uFillTx/>
          <a:latin typeface="Century Gothic"/>
        </a:defRPr>
      </a:lvl1pPr>
      <a:lvl2pPr marL="731391" marR="0" lvl="1" indent="-304751" algn="l" defTabSz="1218986" rtl="0" fontAlgn="auto" hangingPunct="1">
        <a:lnSpc>
          <a:spcPct val="95000"/>
        </a:lnSpc>
        <a:spcBef>
          <a:spcPts val="1065"/>
        </a:spcBef>
        <a:spcAft>
          <a:spcPts val="0"/>
        </a:spcAft>
        <a:buSzPct val="100000"/>
        <a:buFont typeface="Century Gothic" pitchFamily="34"/>
        <a:buChar char="–"/>
        <a:tabLst/>
        <a:defRPr lang="en-US" sz="2000" b="0" i="0" u="none" strike="noStrike" kern="1200" cap="none" spc="0" baseline="0">
          <a:solidFill>
            <a:srgbClr val="374C81"/>
          </a:solidFill>
          <a:uFillTx/>
          <a:latin typeface="Century Gothic"/>
        </a:defRPr>
      </a:lvl2pPr>
      <a:lvl3pPr marL="1158032" marR="0" lvl="2" indent="-304751" algn="l" defTabSz="1218986" rtl="0" fontAlgn="auto" hangingPunct="1">
        <a:lnSpc>
          <a:spcPct val="95000"/>
        </a:lnSpc>
        <a:spcBef>
          <a:spcPts val="1065"/>
        </a:spcBef>
        <a:spcAft>
          <a:spcPts val="0"/>
        </a:spcAft>
        <a:buSzPct val="100000"/>
        <a:buFont typeface="Century Gothic" pitchFamily="34"/>
        <a:buChar char="–"/>
        <a:tabLst/>
        <a:defRPr lang="en-US" sz="1800" b="0" i="0" u="none" strike="noStrike" kern="1200" cap="none" spc="0" baseline="0">
          <a:solidFill>
            <a:srgbClr val="374C81"/>
          </a:solidFill>
          <a:uFillTx/>
          <a:latin typeface="Century Gothic"/>
        </a:defRPr>
      </a:lvl3pPr>
      <a:lvl4pPr marL="1584682" marR="0" lvl="3" indent="-304751" algn="l" defTabSz="1218986" rtl="0" fontAlgn="auto" hangingPunct="1">
        <a:lnSpc>
          <a:spcPct val="95000"/>
        </a:lnSpc>
        <a:spcBef>
          <a:spcPts val="1065"/>
        </a:spcBef>
        <a:spcAft>
          <a:spcPts val="0"/>
        </a:spcAft>
        <a:buSzPct val="100000"/>
        <a:buFont typeface="Century Gothic" pitchFamily="34"/>
        <a:buChar char="–"/>
        <a:tabLst/>
        <a:defRPr lang="en-US" sz="1800" b="0" i="0" u="none" strike="noStrike" kern="1200" cap="none" spc="0" baseline="0">
          <a:solidFill>
            <a:srgbClr val="374C81"/>
          </a:solidFill>
          <a:uFillTx/>
          <a:latin typeface="Century Gothic"/>
        </a:defRPr>
      </a:lvl4pPr>
      <a:lvl5pPr marL="2011332" marR="0" lvl="4" indent="-304751" algn="l" defTabSz="1218986" rtl="0" fontAlgn="auto" hangingPunct="1">
        <a:lnSpc>
          <a:spcPct val="95000"/>
        </a:lnSpc>
        <a:spcBef>
          <a:spcPts val="1065"/>
        </a:spcBef>
        <a:spcAft>
          <a:spcPts val="0"/>
        </a:spcAft>
        <a:buSzPct val="100000"/>
        <a:buFont typeface="Century Gothic" pitchFamily="34"/>
        <a:buChar char="–"/>
        <a:tabLst/>
        <a:defRPr lang="en-US" sz="1800" b="0" i="0" u="none" strike="noStrike" kern="1200" cap="none" spc="0" baseline="0">
          <a:solidFill>
            <a:srgbClr val="374C81"/>
          </a:solidFill>
          <a:uFillTx/>
          <a:latin typeface="Century Gothic"/>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emf"/><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A1130-96FC-A870-CB75-DEDC1611DA2E}"/>
              </a:ext>
            </a:extLst>
          </p:cNvPr>
          <p:cNvSpPr txBox="1">
            <a:spLocks noGrp="1"/>
          </p:cNvSpPr>
          <p:nvPr>
            <p:ph type="ctrTitle"/>
          </p:nvPr>
        </p:nvSpPr>
        <p:spPr>
          <a:xfrm>
            <a:off x="3828739" y="76196"/>
            <a:ext cx="8329745" cy="990596"/>
          </a:xfrm>
        </p:spPr>
        <p:txBody>
          <a:bodyPr/>
          <a:lstStyle/>
          <a:p>
            <a:pPr lvl="0"/>
            <a:r>
              <a:rPr lang="en-US" sz="2400"/>
              <a:t> </a:t>
            </a:r>
            <a:r>
              <a:rPr lang="it-IT" sz="2400" b="1">
                <a:solidFill>
                  <a:srgbClr val="971720"/>
                </a:solidFill>
                <a:latin typeface="Times New Roman" pitchFamily="18"/>
                <a:cs typeface="Times New Roman" pitchFamily="18"/>
              </a:rPr>
              <a:t>D</a:t>
            </a:r>
            <a:r>
              <a:rPr lang="it-IT" sz="2400" b="1">
                <a:solidFill>
                  <a:srgbClr val="162230"/>
                </a:solidFill>
                <a:latin typeface="Times New Roman" pitchFamily="18"/>
                <a:cs typeface="Times New Roman" pitchFamily="18"/>
              </a:rPr>
              <a:t>IPARTIMENTO DI </a:t>
            </a:r>
            <a:r>
              <a:rPr lang="it-IT" sz="2400" b="1">
                <a:solidFill>
                  <a:srgbClr val="971720"/>
                </a:solidFill>
                <a:latin typeface="Times New Roman" pitchFamily="18"/>
                <a:cs typeface="Times New Roman" pitchFamily="18"/>
              </a:rPr>
              <a:t>I</a:t>
            </a:r>
            <a:r>
              <a:rPr lang="it-IT" sz="2400" b="1">
                <a:solidFill>
                  <a:srgbClr val="162230"/>
                </a:solidFill>
                <a:latin typeface="Times New Roman" pitchFamily="18"/>
                <a:cs typeface="Times New Roman" pitchFamily="18"/>
              </a:rPr>
              <a:t>NGEGNERIA </a:t>
            </a:r>
            <a:r>
              <a:rPr lang="it-IT" sz="2400" b="1">
                <a:solidFill>
                  <a:srgbClr val="971720"/>
                </a:solidFill>
                <a:latin typeface="Times New Roman" pitchFamily="18"/>
                <a:cs typeface="Times New Roman" pitchFamily="18"/>
              </a:rPr>
              <a:t>I</a:t>
            </a:r>
            <a:r>
              <a:rPr lang="it-IT" sz="2400" b="1">
                <a:solidFill>
                  <a:srgbClr val="162230"/>
                </a:solidFill>
                <a:latin typeface="Times New Roman" pitchFamily="18"/>
                <a:cs typeface="Times New Roman" pitchFamily="18"/>
              </a:rPr>
              <a:t>NDUSTRIALE </a:t>
            </a:r>
            <a:br>
              <a:rPr lang="it-IT" sz="2400" b="1">
                <a:solidFill>
                  <a:srgbClr val="162230"/>
                </a:solidFill>
                <a:latin typeface="Times New Roman" pitchFamily="18"/>
                <a:cs typeface="Times New Roman" pitchFamily="18"/>
              </a:rPr>
            </a:br>
            <a:endParaRPr lang="en-US" sz="2400"/>
          </a:p>
        </p:txBody>
      </p:sp>
      <p:sp>
        <p:nvSpPr>
          <p:cNvPr id="3" name="Subtitle 2">
            <a:extLst>
              <a:ext uri="{FF2B5EF4-FFF2-40B4-BE49-F238E27FC236}">
                <a16:creationId xmlns:a16="http://schemas.microsoft.com/office/drawing/2014/main" id="{603133BD-454A-6A51-7D34-F4DD1AC78940}"/>
              </a:ext>
            </a:extLst>
          </p:cNvPr>
          <p:cNvSpPr txBox="1">
            <a:spLocks noGrp="1"/>
          </p:cNvSpPr>
          <p:nvPr>
            <p:ph type="subTitle" idx="1"/>
          </p:nvPr>
        </p:nvSpPr>
        <p:spPr>
          <a:xfrm>
            <a:off x="3215185" y="1107813"/>
            <a:ext cx="8959666" cy="533396"/>
          </a:xfrm>
        </p:spPr>
        <p:txBody>
          <a:bodyPr/>
          <a:lstStyle/>
          <a:p>
            <a:pPr lvl="0"/>
            <a:r>
              <a:rPr lang="en-GB" sz="2000" b="1">
                <a:solidFill>
                  <a:srgbClr val="162230"/>
                </a:solidFill>
                <a:latin typeface="Times New Roman" pitchFamily="18"/>
                <a:cs typeface="Times New Roman" pitchFamily="18"/>
              </a:rPr>
              <a:t>Master Science Degree on Autonomous Vehicle Engineering  I year  I Semester</a:t>
            </a:r>
            <a:endParaRPr lang="en-US" sz="2000"/>
          </a:p>
        </p:txBody>
      </p:sp>
      <p:sp>
        <p:nvSpPr>
          <p:cNvPr id="4" name="CasellaDiTesto 12">
            <a:extLst>
              <a:ext uri="{FF2B5EF4-FFF2-40B4-BE49-F238E27FC236}">
                <a16:creationId xmlns:a16="http://schemas.microsoft.com/office/drawing/2014/main" id="{BD633BD7-0999-9DD3-B8CE-A3F4C5169BB4}"/>
              </a:ext>
            </a:extLst>
          </p:cNvPr>
          <p:cNvSpPr txBox="1"/>
          <p:nvPr/>
        </p:nvSpPr>
        <p:spPr>
          <a:xfrm>
            <a:off x="3828739" y="1828800"/>
            <a:ext cx="8213570" cy="2169825"/>
          </a:xfrm>
          <a:prstGeom prst="rect">
            <a:avLst/>
          </a:prstGeom>
          <a:noFill/>
          <a:ln cap="flat">
            <a:noFill/>
          </a:ln>
        </p:spPr>
        <p:txBody>
          <a:bodyPr vert="horz" wrap="square" lIns="91440" tIns="45720" rIns="91440" bIns="45720" anchor="t" anchorCtr="0" compatLnSpc="1">
            <a:spAutoFit/>
          </a:bodyPr>
          <a:lstStyle/>
          <a:p>
            <a:pPr marL="0" marR="0" lvl="0" indent="0" algn="ctr" defTabSz="1218986" rtl="0" fontAlgn="auto" hangingPunct="1">
              <a:lnSpc>
                <a:spcPct val="100000"/>
              </a:lnSpc>
              <a:spcBef>
                <a:spcPts val="175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AU" sz="3200" b="0" i="0" u="none" strike="noStrike" kern="1200" cap="none" spc="0" baseline="0">
                <a:solidFill>
                  <a:srgbClr val="971720"/>
                </a:solidFill>
                <a:uFillTx/>
                <a:latin typeface="Century Gothic"/>
              </a:rPr>
              <a:t>CONTROL SYSTEMS FOR AUTONOMOUS GROUND VEHICLES </a:t>
            </a:r>
            <a:endParaRPr lang="en-AU" sz="3200" b="0" i="0" u="none" strike="noStrike" kern="1200" cap="none" spc="0" baseline="0">
              <a:solidFill>
                <a:srgbClr val="971720"/>
              </a:solidFill>
              <a:uFillTx/>
              <a:latin typeface="Century Gothic"/>
              <a:cs typeface="Century Gothic"/>
            </a:endParaRPr>
          </a:p>
          <a:p>
            <a:pPr marL="0" marR="0" lvl="0" indent="0" algn="ctr" defTabSz="1218986" rtl="0" fontAlgn="auto" hangingPunct="1">
              <a:lnSpc>
                <a:spcPct val="100000"/>
              </a:lnSpc>
              <a:spcBef>
                <a:spcPts val="1750"/>
              </a:spcBef>
              <a:spcAft>
                <a:spcPts val="0"/>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0" i="0" u="none" strike="noStrike" kern="0" cap="none" spc="0" baseline="0">
                <a:solidFill>
                  <a:srgbClr val="000000"/>
                </a:solidFill>
                <a:uFillTx/>
              </a:defRPr>
            </a:pPr>
            <a:r>
              <a:rPr lang="en-AU" sz="3200" b="0" i="0" u="none" strike="noStrike" kern="1200" cap="none" spc="0" baseline="0">
                <a:solidFill>
                  <a:srgbClr val="971720"/>
                </a:solidFill>
                <a:uFillTx/>
                <a:latin typeface="Century Gothic"/>
                <a:cs typeface="Century Gothic"/>
              </a:rPr>
              <a:t>Challenge 2022/2023</a:t>
            </a:r>
          </a:p>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2400" b="0" i="0" u="none" strike="noStrike" kern="1200" cap="none" spc="0" baseline="0">
              <a:solidFill>
                <a:srgbClr val="374C81"/>
              </a:solidFill>
              <a:uFillTx/>
              <a:latin typeface="Century Gothic"/>
            </a:endParaRPr>
          </a:p>
        </p:txBody>
      </p:sp>
      <p:sp>
        <p:nvSpPr>
          <p:cNvPr id="5" name="TextBox 5">
            <a:extLst>
              <a:ext uri="{FF2B5EF4-FFF2-40B4-BE49-F238E27FC236}">
                <a16:creationId xmlns:a16="http://schemas.microsoft.com/office/drawing/2014/main" id="{20B3203F-8E22-C84F-644A-31731D090B33}"/>
              </a:ext>
            </a:extLst>
          </p:cNvPr>
          <p:cNvSpPr txBox="1"/>
          <p:nvPr/>
        </p:nvSpPr>
        <p:spPr>
          <a:xfrm>
            <a:off x="8609011" y="6041797"/>
            <a:ext cx="3200400" cy="830997"/>
          </a:xfrm>
          <a:prstGeom prst="rect">
            <a:avLst/>
          </a:prstGeom>
          <a:noFill/>
          <a:ln cap="flat">
            <a:noFill/>
          </a:ln>
        </p:spPr>
        <p:txBody>
          <a:bodyPr vert="horz" wrap="square" lIns="91440" tIns="45720" rIns="91440" bIns="45720" anchor="t" anchorCtr="0" compatLnSpc="1">
            <a:spAutoFit/>
          </a:bodyPr>
          <a:lstStyle/>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it-IT" sz="2400" b="1" i="0" u="sng" strike="noStrike" kern="1200" cap="none" spc="0" baseline="0">
                <a:solidFill>
                  <a:srgbClr val="C00000"/>
                </a:solidFill>
                <a:uFillTx/>
                <a:latin typeface="Times New Roman" pitchFamily="18"/>
                <a:cs typeface="Times New Roman" pitchFamily="18"/>
              </a:rPr>
              <a:t>Prof. Stefania Santini</a:t>
            </a:r>
          </a:p>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2400" b="0" i="0" u="sng" strike="noStrike" kern="1200" cap="none" spc="0" baseline="0">
              <a:solidFill>
                <a:srgbClr val="C00000"/>
              </a:solidFill>
              <a:uFillTx/>
              <a:latin typeface="Times New Roman" pitchFamily="18"/>
              <a:cs typeface="Times New Roman" pitchFamily="18"/>
            </a:endParaRPr>
          </a:p>
        </p:txBody>
      </p:sp>
      <p:sp>
        <p:nvSpPr>
          <p:cNvPr id="6" name="TextBox 6">
            <a:extLst>
              <a:ext uri="{FF2B5EF4-FFF2-40B4-BE49-F238E27FC236}">
                <a16:creationId xmlns:a16="http://schemas.microsoft.com/office/drawing/2014/main" id="{151E1F94-EEA0-48E9-10C3-5FC28EEE9088}"/>
              </a:ext>
            </a:extLst>
          </p:cNvPr>
          <p:cNvSpPr txBox="1"/>
          <p:nvPr/>
        </p:nvSpPr>
        <p:spPr>
          <a:xfrm>
            <a:off x="3924239" y="4186214"/>
            <a:ext cx="6172200" cy="2142128"/>
          </a:xfrm>
          <a:prstGeom prst="rect">
            <a:avLst/>
          </a:prstGeom>
          <a:noFill/>
          <a:ln cap="flat">
            <a:noFill/>
          </a:ln>
        </p:spPr>
        <p:txBody>
          <a:bodyPr vert="horz" wrap="square" lIns="91440" tIns="45720" rIns="91440" bIns="45720" anchor="t" anchorCtr="0" compatLnSpc="1">
            <a:spAutoFit/>
          </a:bodyPr>
          <a:lstStyle/>
          <a:p>
            <a:pPr marL="0" marR="0" lvl="0" indent="0" algn="l" defTabSz="1218986" rtl="0" fontAlgn="auto" hangingPunct="1">
              <a:lnSpc>
                <a:spcPct val="80000"/>
              </a:lnSpc>
              <a:spcBef>
                <a:spcPts val="0"/>
              </a:spcBef>
              <a:spcAft>
                <a:spcPts val="0"/>
              </a:spcAft>
              <a:buNone/>
              <a:tabLst/>
              <a:defRPr sz="1800" b="0" i="0" u="none" strike="noStrike" kern="0" cap="none" spc="0" baseline="0">
                <a:solidFill>
                  <a:srgbClr val="000000"/>
                </a:solidFill>
                <a:uFillTx/>
              </a:defRPr>
            </a:pPr>
            <a:r>
              <a:rPr lang="en-US" sz="1800" b="1" i="0" u="sng" strike="noStrike" kern="1200" cap="none" spc="0" baseline="0" dirty="0">
                <a:solidFill>
                  <a:srgbClr val="44546A"/>
                </a:solidFill>
                <a:uFillTx/>
                <a:latin typeface="Times New Roman" pitchFamily="18"/>
                <a:cs typeface="Times New Roman" pitchFamily="18"/>
              </a:rPr>
              <a:t>Team</a:t>
            </a:r>
            <a:r>
              <a:rPr lang="en-US" sz="1800" b="1" i="0" u="none" strike="noStrike" kern="1200" cap="none" spc="0" baseline="0" dirty="0">
                <a:solidFill>
                  <a:srgbClr val="44546A"/>
                </a:solidFill>
                <a:uFillTx/>
                <a:latin typeface="Times New Roman" pitchFamily="18"/>
                <a:cs typeface="Times New Roman" pitchFamily="18"/>
              </a:rPr>
              <a:t>:</a:t>
            </a:r>
          </a:p>
          <a:p>
            <a:pPr marL="0" marR="0" lvl="0" indent="0" algn="l" defTabSz="1218986" rtl="0" fontAlgn="auto" hangingPunct="1">
              <a:lnSpc>
                <a:spcPct val="8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dirty="0">
                <a:solidFill>
                  <a:srgbClr val="44546A"/>
                </a:solidFill>
                <a:uFillTx/>
                <a:latin typeface="Times New Roman" pitchFamily="18"/>
                <a:cs typeface="Times New Roman" pitchFamily="18"/>
              </a:rPr>
              <a:t> </a:t>
            </a:r>
          </a:p>
          <a:p>
            <a:pPr marL="0" marR="0" lvl="0" indent="0" algn="l" defTabSz="1218986" rtl="0" fontAlgn="auto" hangingPunct="1">
              <a:lnSpc>
                <a:spcPct val="8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dirty="0">
                <a:solidFill>
                  <a:srgbClr val="44546A"/>
                </a:solidFill>
                <a:uFillTx/>
                <a:latin typeface="Times New Roman" pitchFamily="18"/>
                <a:cs typeface="Times New Roman" pitchFamily="18"/>
              </a:rPr>
              <a:t>1. Sudip Kishan Sarker (P44000039)</a:t>
            </a:r>
          </a:p>
          <a:p>
            <a:pPr marL="0" marR="0" lvl="0" indent="0" algn="l" defTabSz="1218986" rtl="0" fontAlgn="auto" hangingPunct="1">
              <a:lnSpc>
                <a:spcPct val="8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dirty="0">
              <a:solidFill>
                <a:srgbClr val="44546A"/>
              </a:solidFill>
              <a:uFillTx/>
              <a:latin typeface="Times New Roman" pitchFamily="18"/>
              <a:cs typeface="Times New Roman" pitchFamily="18"/>
            </a:endParaRPr>
          </a:p>
          <a:p>
            <a:pPr marL="0" marR="0" lvl="0" indent="0" algn="l" defTabSz="1218986" rtl="0" fontAlgn="auto" hangingPunct="1">
              <a:lnSpc>
                <a:spcPct val="8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dirty="0">
                <a:solidFill>
                  <a:srgbClr val="44546A"/>
                </a:solidFill>
                <a:uFillTx/>
                <a:latin typeface="Times New Roman" pitchFamily="18"/>
                <a:cs typeface="Times New Roman" pitchFamily="18"/>
              </a:rPr>
              <a:t>2. Niloy Saha </a:t>
            </a:r>
            <a:r>
              <a:rPr lang="en-US" sz="1800" b="1" i="0" u="none" strike="noStrike" kern="1200" cap="none" spc="0" baseline="0">
                <a:solidFill>
                  <a:srgbClr val="44546A"/>
                </a:solidFill>
                <a:uFillTx/>
                <a:latin typeface="Times New Roman" pitchFamily="18"/>
                <a:cs typeface="Times New Roman" pitchFamily="18"/>
              </a:rPr>
              <a:t>(P44000040</a:t>
            </a:r>
            <a:r>
              <a:rPr lang="en-US" sz="1800" b="1" i="0" u="none" strike="noStrike" kern="1200" cap="none" spc="0" baseline="0" dirty="0">
                <a:solidFill>
                  <a:srgbClr val="44546A"/>
                </a:solidFill>
                <a:uFillTx/>
                <a:latin typeface="Times New Roman" pitchFamily="18"/>
                <a:cs typeface="Times New Roman" pitchFamily="18"/>
              </a:rPr>
              <a:t>)</a:t>
            </a:r>
          </a:p>
          <a:p>
            <a:pPr marL="0" marR="0" lvl="0" indent="0" algn="l" defTabSz="1218986" rtl="0" fontAlgn="auto" hangingPunct="1">
              <a:lnSpc>
                <a:spcPct val="8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dirty="0">
              <a:solidFill>
                <a:srgbClr val="44546A"/>
              </a:solidFill>
              <a:uFillTx/>
              <a:latin typeface="Times New Roman" pitchFamily="18"/>
              <a:cs typeface="Times New Roman" pitchFamily="18"/>
            </a:endParaRPr>
          </a:p>
          <a:p>
            <a:pPr marL="0" marR="0" lvl="0" indent="0" algn="l" defTabSz="1218986" rtl="0" fontAlgn="auto" hangingPunct="1">
              <a:lnSpc>
                <a:spcPct val="8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dirty="0">
              <a:solidFill>
                <a:srgbClr val="44546A"/>
              </a:solidFill>
              <a:uFillTx/>
              <a:latin typeface="Century Gothic"/>
            </a:endParaRPr>
          </a:p>
          <a:p>
            <a:pPr marL="0" marR="0" lvl="0" indent="0" algn="l" defTabSz="1218986" rtl="0" fontAlgn="auto" hangingPunct="1">
              <a:lnSpc>
                <a:spcPct val="8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dirty="0">
              <a:solidFill>
                <a:srgbClr val="44546A"/>
              </a:solidFill>
              <a:uFillTx/>
              <a:latin typeface="Times New Roman" pitchFamily="18"/>
              <a:cs typeface="Times New Roman" pitchFamily="18"/>
            </a:endParaRPr>
          </a:p>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dirty="0">
              <a:solidFill>
                <a:srgbClr val="44546A"/>
              </a:solidFill>
              <a:uFillTx/>
              <a:latin typeface="Century Gothic"/>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21">
    <p:spTree>
      <p:nvGrpSpPr>
        <p:cNvPr id="1" name=""/>
        <p:cNvGrpSpPr/>
        <p:nvPr/>
      </p:nvGrpSpPr>
      <p:grpSpPr>
        <a:xfrm>
          <a:off x="0" y="0"/>
          <a:ext cx="0" cy="0"/>
          <a:chOff x="0" y="0"/>
          <a:chExt cx="0" cy="0"/>
        </a:xfrm>
      </p:grpSpPr>
      <p:sp>
        <p:nvSpPr>
          <p:cNvPr id="2" name="Content Placeholder 13">
            <a:extLst>
              <a:ext uri="{FF2B5EF4-FFF2-40B4-BE49-F238E27FC236}">
                <a16:creationId xmlns:a16="http://schemas.microsoft.com/office/drawing/2014/main" id="{DFAB1981-9839-C19C-C8EA-5A87E182B5CF}"/>
              </a:ext>
            </a:extLst>
          </p:cNvPr>
          <p:cNvSpPr txBox="1">
            <a:spLocks noGrp="1"/>
          </p:cNvSpPr>
          <p:nvPr>
            <p:ph idx="1"/>
          </p:nvPr>
        </p:nvSpPr>
        <p:spPr>
          <a:xfrm>
            <a:off x="265176" y="1417320"/>
            <a:ext cx="11640311" cy="4907283"/>
          </a:xfrm>
        </p:spPr>
        <p:txBody>
          <a:bodyPr/>
          <a:lstStyle/>
          <a:p>
            <a:pPr lvl="0" algn="just">
              <a:lnSpc>
                <a:spcPct val="150000"/>
              </a:lnSpc>
            </a:pPr>
            <a:r>
              <a:rPr lang="en-GB">
                <a:latin typeface="Times New Roman" pitchFamily="18"/>
                <a:cs typeface="Times New Roman" pitchFamily="18"/>
              </a:rPr>
              <a:t>The challenge aim is to design an ADAS system for a CAV such that the following requirements are satisfied:</a:t>
            </a:r>
          </a:p>
          <a:p>
            <a:pPr marL="342900" lvl="0" indent="-342900" algn="just">
              <a:lnSpc>
                <a:spcPct val="150000"/>
              </a:lnSpc>
              <a:buFont typeface="Rockwell Condensed"/>
              <a:buAutoNum type="arabicPeriod"/>
            </a:pPr>
            <a:r>
              <a:rPr lang="en-GB">
                <a:latin typeface="Times New Roman" pitchFamily="18"/>
                <a:cs typeface="Times New Roman" pitchFamily="18"/>
              </a:rPr>
              <a:t>The CAV tracks the reference behaviour imposed by RSU;</a:t>
            </a:r>
          </a:p>
          <a:p>
            <a:pPr marL="342900" lvl="0" indent="-342900" algn="just">
              <a:lnSpc>
                <a:spcPct val="150000"/>
              </a:lnSpc>
              <a:buFont typeface="Rockwell Condensed"/>
              <a:buAutoNum type="arabicPeriod"/>
            </a:pPr>
            <a:r>
              <a:rPr lang="en-GB">
                <a:latin typeface="Times New Roman" pitchFamily="18"/>
                <a:cs typeface="Times New Roman" pitchFamily="18"/>
              </a:rPr>
              <a:t>The CAV speed does not exceed the speed limits imposed by the RSU;</a:t>
            </a:r>
          </a:p>
          <a:p>
            <a:pPr marL="342900" lvl="0" indent="-342900" algn="just">
              <a:lnSpc>
                <a:spcPct val="150000"/>
              </a:lnSpc>
              <a:buFont typeface="Rockwell Condensed"/>
              <a:buAutoNum type="arabicPeriod"/>
            </a:pPr>
            <a:r>
              <a:rPr lang="en-GB">
                <a:latin typeface="Times New Roman" pitchFamily="18"/>
                <a:cs typeface="Times New Roman" pitchFamily="18"/>
              </a:rPr>
              <a:t>The CAV maintain a desired distance w.r.t. the preceding vehicle.</a:t>
            </a:r>
          </a:p>
          <a:p>
            <a:pPr marL="0" lvl="0" indent="0">
              <a:buNone/>
            </a:pPr>
            <a:endParaRPr lang="en-IN">
              <a:latin typeface="Times New Roman" pitchFamily="18"/>
              <a:cs typeface="Times New Roman" pitchFamily="18"/>
            </a:endParaRPr>
          </a:p>
        </p:txBody>
      </p:sp>
      <p:sp>
        <p:nvSpPr>
          <p:cNvPr id="3" name="Rectangle 3">
            <a:extLst>
              <a:ext uri="{FF2B5EF4-FFF2-40B4-BE49-F238E27FC236}">
                <a16:creationId xmlns:a16="http://schemas.microsoft.com/office/drawing/2014/main" id="{42589F14-D502-6A3F-490F-EF41AE98434F}"/>
              </a:ext>
            </a:extLst>
          </p:cNvPr>
          <p:cNvSpPr/>
          <p:nvPr/>
        </p:nvSpPr>
        <p:spPr>
          <a:xfrm>
            <a:off x="0" y="0"/>
            <a:ext cx="12188823" cy="1200332"/>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AU"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Problem Statement: Design of Autonomous Vehicles Control under Variable Speed Limit (VLS) system</a:t>
            </a:r>
            <a:r>
              <a:rPr lang="en-US"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a:t>
            </a:r>
            <a:endParaRPr lang="en-IN" sz="3600" b="1" i="0" u="none" strike="noStrike" kern="1200" cap="none" spc="0" baseline="0">
              <a:solidFill>
                <a:srgbClr val="262626"/>
              </a:solidFill>
              <a:effectLst>
                <a:outerShdw dist="38096" dir="2700000">
                  <a:srgbClr val="5B9BD5"/>
                </a:outerShdw>
              </a:effectLst>
              <a:uFillTx/>
              <a:latin typeface="Calibri"/>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circle(in)">
                                      <p:cBhvr>
                                        <p:cTn id="12" dur="2000"/>
                                        <p:tgtEl>
                                          <p:spTgt spid="2">
                                            <p:txEl>
                                              <p:pRg st="0" end="0"/>
                                            </p:txEl>
                                          </p:spTgt>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circle(in)">
                                      <p:cBhvr>
                                        <p:cTn id="15" dur="2000"/>
                                        <p:tgtEl>
                                          <p:spTgt spid="2">
                                            <p:txEl>
                                              <p:pRg st="1" end="1"/>
                                            </p:txEl>
                                          </p:spTgt>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animEffect transition="in" filter="circle(in)">
                                      <p:cBhvr>
                                        <p:cTn id="18" dur="2000"/>
                                        <p:tgtEl>
                                          <p:spTgt spid="2">
                                            <p:txEl>
                                              <p:pRg st="2" end="2"/>
                                            </p:txEl>
                                          </p:spTgt>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circle(in)">
                                      <p:cBhvr>
                                        <p:cTn id="21" dur="20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23">
    <p:spTree>
      <p:nvGrpSpPr>
        <p:cNvPr id="1" name=""/>
        <p:cNvGrpSpPr/>
        <p:nvPr/>
      </p:nvGrpSpPr>
      <p:grpSpPr>
        <a:xfrm>
          <a:off x="0" y="0"/>
          <a:ext cx="0" cy="0"/>
          <a:chOff x="0" y="0"/>
          <a:chExt cx="0" cy="0"/>
        </a:xfrm>
      </p:grpSpPr>
      <p:sp>
        <p:nvSpPr>
          <p:cNvPr id="2" name="TextBox 29">
            <a:extLst>
              <a:ext uri="{FF2B5EF4-FFF2-40B4-BE49-F238E27FC236}">
                <a16:creationId xmlns:a16="http://schemas.microsoft.com/office/drawing/2014/main" id="{8838173E-F3C0-3209-0AC5-F3D91CCC1230}"/>
              </a:ext>
            </a:extLst>
          </p:cNvPr>
          <p:cNvSpPr txBox="1"/>
          <p:nvPr/>
        </p:nvSpPr>
        <p:spPr>
          <a:xfrm>
            <a:off x="326349" y="1411888"/>
            <a:ext cx="603513" cy="523219"/>
          </a:xfrm>
          <a:prstGeom prst="rect">
            <a:avLst/>
          </a:prstGeom>
          <a:solidFill>
            <a:srgbClr val="E2F0D9"/>
          </a:solidFill>
          <a:ln w="9528" cap="flat">
            <a:solidFill>
              <a:srgbClr val="000000"/>
            </a:solidFill>
            <a:prstDash val="solid"/>
            <a:miter/>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548235"/>
                </a:solidFill>
                <a:uFillTx/>
                <a:latin typeface="Rockwell"/>
              </a:rPr>
              <a:t>R</a:t>
            </a:r>
            <a:endParaRPr lang="en-IN" sz="2800" b="1" i="0" u="none" strike="noStrike" kern="1200" cap="none" spc="0" baseline="0">
              <a:solidFill>
                <a:srgbClr val="548235"/>
              </a:solidFill>
              <a:uFillTx/>
              <a:latin typeface="Rockwell"/>
            </a:endParaRPr>
          </a:p>
        </p:txBody>
      </p:sp>
      <p:sp>
        <p:nvSpPr>
          <p:cNvPr id="3" name="TextBox 31">
            <a:extLst>
              <a:ext uri="{FF2B5EF4-FFF2-40B4-BE49-F238E27FC236}">
                <a16:creationId xmlns:a16="http://schemas.microsoft.com/office/drawing/2014/main" id="{B0BB6C37-EF5F-6B6B-87E6-4F9BF37271D9}"/>
              </a:ext>
            </a:extLst>
          </p:cNvPr>
          <p:cNvSpPr txBox="1"/>
          <p:nvPr/>
        </p:nvSpPr>
        <p:spPr>
          <a:xfrm>
            <a:off x="1500027" y="1830939"/>
            <a:ext cx="678512" cy="523219"/>
          </a:xfrm>
          <a:prstGeom prst="rect">
            <a:avLst/>
          </a:prstGeom>
          <a:solidFill>
            <a:srgbClr val="DAE3F3"/>
          </a:solidFill>
          <a:ln w="9528" cap="flat">
            <a:solidFill>
              <a:srgbClr val="000000"/>
            </a:solidFill>
            <a:prstDash val="solid"/>
            <a:miter/>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2E75B6"/>
                </a:solidFill>
                <a:uFillTx/>
                <a:latin typeface="Rockwell"/>
              </a:rPr>
              <a:t>C</a:t>
            </a:r>
            <a:endParaRPr lang="en-IN" sz="2800" b="1" i="0" u="none" strike="noStrike" kern="1200" cap="none" spc="0" baseline="0">
              <a:solidFill>
                <a:srgbClr val="2E75B6"/>
              </a:solidFill>
              <a:uFillTx/>
              <a:latin typeface="Rockwell"/>
            </a:endParaRPr>
          </a:p>
        </p:txBody>
      </p:sp>
      <p:sp>
        <p:nvSpPr>
          <p:cNvPr id="4" name="TextBox 30">
            <a:extLst>
              <a:ext uri="{FF2B5EF4-FFF2-40B4-BE49-F238E27FC236}">
                <a16:creationId xmlns:a16="http://schemas.microsoft.com/office/drawing/2014/main" id="{B277F1FA-B56E-E70D-90D6-E57C270BDD18}"/>
              </a:ext>
            </a:extLst>
          </p:cNvPr>
          <p:cNvSpPr txBox="1"/>
          <p:nvPr/>
        </p:nvSpPr>
        <p:spPr>
          <a:xfrm>
            <a:off x="3642439" y="1830939"/>
            <a:ext cx="733641" cy="523219"/>
          </a:xfrm>
          <a:prstGeom prst="rect">
            <a:avLst/>
          </a:prstGeom>
          <a:solidFill>
            <a:srgbClr val="FBE5D6"/>
          </a:solidFill>
          <a:ln w="9528" cap="flat">
            <a:solidFill>
              <a:srgbClr val="000000"/>
            </a:solidFill>
            <a:prstDash val="solid"/>
            <a:miter/>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C55A11"/>
                </a:solidFill>
                <a:uFillTx/>
                <a:latin typeface="Rockwell"/>
              </a:rPr>
              <a:t>P</a:t>
            </a:r>
            <a:endParaRPr lang="en-IN" sz="2800" b="1" i="0" u="none" strike="noStrike" kern="1200" cap="none" spc="0" baseline="0">
              <a:solidFill>
                <a:srgbClr val="C55A11"/>
              </a:solidFill>
              <a:uFillTx/>
              <a:latin typeface="Rockwell"/>
            </a:endParaRPr>
          </a:p>
        </p:txBody>
      </p:sp>
      <p:sp>
        <p:nvSpPr>
          <p:cNvPr id="5" name="Arrow: Right 33">
            <a:extLst>
              <a:ext uri="{FF2B5EF4-FFF2-40B4-BE49-F238E27FC236}">
                <a16:creationId xmlns:a16="http://schemas.microsoft.com/office/drawing/2014/main" id="{0A6E5422-D754-FB88-A254-40CA41425D43}"/>
              </a:ext>
            </a:extLst>
          </p:cNvPr>
          <p:cNvSpPr/>
          <p:nvPr/>
        </p:nvSpPr>
        <p:spPr>
          <a:xfrm>
            <a:off x="326349" y="1935098"/>
            <a:ext cx="1108243" cy="362321"/>
          </a:xfrm>
          <a:custGeom>
            <a:avLst>
              <a:gd name="f0" fmla="val 19707"/>
              <a:gd name="f1" fmla="val 5400"/>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 f8 0 f7"/>
              <a:gd name="f15" fmla="pin 0 f0 21600"/>
              <a:gd name="f16" fmla="pin 0 f1 10800"/>
              <a:gd name="f17" fmla="*/ f10 f2 1"/>
              <a:gd name="f18" fmla="*/ f11 f2 1"/>
              <a:gd name="f19" fmla="val f15"/>
              <a:gd name="f20" fmla="val f16"/>
              <a:gd name="f21" fmla="*/ f14 1 21600"/>
              <a:gd name="f22" fmla="*/ f15 f12 1"/>
              <a:gd name="f23" fmla="*/ f16 f13 1"/>
              <a:gd name="f24" fmla="*/ f17 1 f4"/>
              <a:gd name="f25" fmla="*/ f18 1 f4"/>
              <a:gd name="f26" fmla="+- 21600 0 f20"/>
              <a:gd name="f27" fmla="+- 21600 0 f19"/>
              <a:gd name="f28" fmla="*/ 0 f21 1"/>
              <a:gd name="f29" fmla="*/ 21600 f21 1"/>
              <a:gd name="f30" fmla="*/ f20 f13 1"/>
              <a:gd name="f31" fmla="*/ f19 f12 1"/>
              <a:gd name="f32" fmla="+- f24 0 f3"/>
              <a:gd name="f33" fmla="+- f25 0 f3"/>
              <a:gd name="f34" fmla="*/ f27 f20 1"/>
              <a:gd name="f35" fmla="*/ f28 1 f21"/>
              <a:gd name="f36" fmla="*/ f29 1 f21"/>
              <a:gd name="f37" fmla="*/ f26 f13 1"/>
              <a:gd name="f38" fmla="*/ f34 1 10800"/>
              <a:gd name="f39" fmla="*/ f35 f12 1"/>
              <a:gd name="f40" fmla="*/ f35 f13 1"/>
              <a:gd name="f41" fmla="*/ f36 f13 1"/>
              <a:gd name="f42" fmla="+- f19 f38 0"/>
              <a:gd name="f43" fmla="*/ f42 f12 1"/>
            </a:gdLst>
            <a:ahLst>
              <a:ahXY gdRefX="f0" minX="f7" maxX="f8" gdRefY="f1" minY="f7" maxY="f9">
                <a:pos x="f22" y="f23"/>
              </a:ahXY>
            </a:ahLst>
            <a:cxnLst>
              <a:cxn ang="3cd4">
                <a:pos x="hc" y="t"/>
              </a:cxn>
              <a:cxn ang="0">
                <a:pos x="r" y="vc"/>
              </a:cxn>
              <a:cxn ang="cd4">
                <a:pos x="hc" y="b"/>
              </a:cxn>
              <a:cxn ang="cd2">
                <a:pos x="l" y="vc"/>
              </a:cxn>
              <a:cxn ang="f32">
                <a:pos x="f31" y="f40"/>
              </a:cxn>
              <a:cxn ang="f33">
                <a:pos x="f31" y="f41"/>
              </a:cxn>
            </a:cxnLst>
            <a:rect l="f39" t="f30" r="f43" b="f37"/>
            <a:pathLst>
              <a:path w="21600" h="21600">
                <a:moveTo>
                  <a:pt x="f7" y="f20"/>
                </a:moveTo>
                <a:lnTo>
                  <a:pt x="f19" y="f20"/>
                </a:lnTo>
                <a:lnTo>
                  <a:pt x="f19" y="f7"/>
                </a:lnTo>
                <a:lnTo>
                  <a:pt x="f8" y="f9"/>
                </a:lnTo>
                <a:lnTo>
                  <a:pt x="f19" y="f8"/>
                </a:lnTo>
                <a:lnTo>
                  <a:pt x="f19" y="f26"/>
                </a:lnTo>
                <a:lnTo>
                  <a:pt x="f7" y="f26"/>
                </a:lnTo>
                <a:close/>
              </a:path>
            </a:pathLst>
          </a:custGeom>
          <a:solidFill>
            <a:srgbClr val="FFFFFF"/>
          </a:solidFill>
          <a:ln w="12701" cap="flat">
            <a:solidFill>
              <a:srgbClr val="9B320E"/>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92D050"/>
              </a:solidFill>
              <a:uFillTx/>
              <a:latin typeface="Rockwell"/>
            </a:endParaRPr>
          </a:p>
        </p:txBody>
      </p:sp>
      <p:sp>
        <p:nvSpPr>
          <p:cNvPr id="6" name="TextBox 62">
            <a:extLst>
              <a:ext uri="{FF2B5EF4-FFF2-40B4-BE49-F238E27FC236}">
                <a16:creationId xmlns:a16="http://schemas.microsoft.com/office/drawing/2014/main" id="{FC274F3B-E563-0861-4084-BE67091F1392}"/>
              </a:ext>
            </a:extLst>
          </p:cNvPr>
          <p:cNvSpPr txBox="1"/>
          <p:nvPr/>
        </p:nvSpPr>
        <p:spPr>
          <a:xfrm>
            <a:off x="2352550" y="1613833"/>
            <a:ext cx="1024502" cy="1015660"/>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FF0000"/>
                </a:solidFill>
                <a:uFillTx/>
                <a:latin typeface="Calibri"/>
              </a:rPr>
              <a:t>PLANT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rPr>
              <a:t> </a:t>
            </a:r>
            <a:r>
              <a:rPr lang="en-US" sz="2000" b="0" i="0" u="none" strike="noStrike" kern="1200" cap="none" spc="0" baseline="0">
                <a:solidFill>
                  <a:srgbClr val="FF0000"/>
                </a:solidFill>
                <a:uFillTx/>
                <a:latin typeface="Calibri"/>
              </a:rPr>
              <a:t>LAYOUT</a:t>
            </a:r>
          </a:p>
        </p:txBody>
      </p:sp>
      <p:sp>
        <p:nvSpPr>
          <p:cNvPr id="7" name="Arrow: Right 33">
            <a:extLst>
              <a:ext uri="{FF2B5EF4-FFF2-40B4-BE49-F238E27FC236}">
                <a16:creationId xmlns:a16="http://schemas.microsoft.com/office/drawing/2014/main" id="{88212172-8BC1-9A37-A128-D69647EF4E46}"/>
              </a:ext>
            </a:extLst>
          </p:cNvPr>
          <p:cNvSpPr/>
          <p:nvPr/>
        </p:nvSpPr>
        <p:spPr>
          <a:xfrm>
            <a:off x="2260424" y="1961159"/>
            <a:ext cx="1236625" cy="362321"/>
          </a:xfrm>
          <a:custGeom>
            <a:avLst>
              <a:gd name="f0" fmla="val 19707"/>
              <a:gd name="f1" fmla="val 5400"/>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 f8 0 f7"/>
              <a:gd name="f15" fmla="pin 0 f0 21600"/>
              <a:gd name="f16" fmla="pin 0 f1 10800"/>
              <a:gd name="f17" fmla="*/ f10 f2 1"/>
              <a:gd name="f18" fmla="*/ f11 f2 1"/>
              <a:gd name="f19" fmla="val f15"/>
              <a:gd name="f20" fmla="val f16"/>
              <a:gd name="f21" fmla="*/ f14 1 21600"/>
              <a:gd name="f22" fmla="*/ f15 f12 1"/>
              <a:gd name="f23" fmla="*/ f16 f13 1"/>
              <a:gd name="f24" fmla="*/ f17 1 f4"/>
              <a:gd name="f25" fmla="*/ f18 1 f4"/>
              <a:gd name="f26" fmla="+- 21600 0 f20"/>
              <a:gd name="f27" fmla="+- 21600 0 f19"/>
              <a:gd name="f28" fmla="*/ 0 f21 1"/>
              <a:gd name="f29" fmla="*/ 21600 f21 1"/>
              <a:gd name="f30" fmla="*/ f20 f13 1"/>
              <a:gd name="f31" fmla="*/ f19 f12 1"/>
              <a:gd name="f32" fmla="+- f24 0 f3"/>
              <a:gd name="f33" fmla="+- f25 0 f3"/>
              <a:gd name="f34" fmla="*/ f27 f20 1"/>
              <a:gd name="f35" fmla="*/ f28 1 f21"/>
              <a:gd name="f36" fmla="*/ f29 1 f21"/>
              <a:gd name="f37" fmla="*/ f26 f13 1"/>
              <a:gd name="f38" fmla="*/ f34 1 10800"/>
              <a:gd name="f39" fmla="*/ f35 f12 1"/>
              <a:gd name="f40" fmla="*/ f35 f13 1"/>
              <a:gd name="f41" fmla="*/ f36 f13 1"/>
              <a:gd name="f42" fmla="+- f19 f38 0"/>
              <a:gd name="f43" fmla="*/ f42 f12 1"/>
            </a:gdLst>
            <a:ahLst>
              <a:ahXY gdRefX="f0" minX="f7" maxX="f8" gdRefY="f1" minY="f7" maxY="f9">
                <a:pos x="f22" y="f23"/>
              </a:ahXY>
            </a:ahLst>
            <a:cxnLst>
              <a:cxn ang="3cd4">
                <a:pos x="hc" y="t"/>
              </a:cxn>
              <a:cxn ang="0">
                <a:pos x="r" y="vc"/>
              </a:cxn>
              <a:cxn ang="cd4">
                <a:pos x="hc" y="b"/>
              </a:cxn>
              <a:cxn ang="cd2">
                <a:pos x="l" y="vc"/>
              </a:cxn>
              <a:cxn ang="f32">
                <a:pos x="f31" y="f40"/>
              </a:cxn>
              <a:cxn ang="f33">
                <a:pos x="f31" y="f41"/>
              </a:cxn>
            </a:cxnLst>
            <a:rect l="f39" t="f30" r="f43" b="f37"/>
            <a:pathLst>
              <a:path w="21600" h="21600">
                <a:moveTo>
                  <a:pt x="f7" y="f20"/>
                </a:moveTo>
                <a:lnTo>
                  <a:pt x="f19" y="f20"/>
                </a:lnTo>
                <a:lnTo>
                  <a:pt x="f19" y="f7"/>
                </a:lnTo>
                <a:lnTo>
                  <a:pt x="f8" y="f9"/>
                </a:lnTo>
                <a:lnTo>
                  <a:pt x="f19" y="f8"/>
                </a:lnTo>
                <a:lnTo>
                  <a:pt x="f19" y="f26"/>
                </a:lnTo>
                <a:lnTo>
                  <a:pt x="f7" y="f26"/>
                </a:lnTo>
                <a:close/>
              </a:path>
            </a:pathLst>
          </a:custGeom>
          <a:solidFill>
            <a:srgbClr val="FFFFFF"/>
          </a:solidFill>
          <a:ln w="12701" cap="flat">
            <a:solidFill>
              <a:srgbClr val="9B320E"/>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92D050"/>
              </a:solidFill>
              <a:uFillTx/>
              <a:latin typeface="Rockwell"/>
            </a:endParaRPr>
          </a:p>
        </p:txBody>
      </p:sp>
      <p:sp>
        <p:nvSpPr>
          <p:cNvPr id="8" name="Arrow: Right 33">
            <a:extLst>
              <a:ext uri="{FF2B5EF4-FFF2-40B4-BE49-F238E27FC236}">
                <a16:creationId xmlns:a16="http://schemas.microsoft.com/office/drawing/2014/main" id="{FE27A0BD-B7AB-2500-428E-FE3BC87D2ACB}"/>
              </a:ext>
            </a:extLst>
          </p:cNvPr>
          <p:cNvSpPr/>
          <p:nvPr/>
        </p:nvSpPr>
        <p:spPr>
          <a:xfrm>
            <a:off x="4457965" y="1935098"/>
            <a:ext cx="1311898" cy="362321"/>
          </a:xfrm>
          <a:custGeom>
            <a:avLst>
              <a:gd name="f0" fmla="val 19707"/>
              <a:gd name="f1" fmla="val 5400"/>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 f8 0 f7"/>
              <a:gd name="f15" fmla="pin 0 f0 21600"/>
              <a:gd name="f16" fmla="pin 0 f1 10800"/>
              <a:gd name="f17" fmla="*/ f10 f2 1"/>
              <a:gd name="f18" fmla="*/ f11 f2 1"/>
              <a:gd name="f19" fmla="val f15"/>
              <a:gd name="f20" fmla="val f16"/>
              <a:gd name="f21" fmla="*/ f14 1 21600"/>
              <a:gd name="f22" fmla="*/ f15 f12 1"/>
              <a:gd name="f23" fmla="*/ f16 f13 1"/>
              <a:gd name="f24" fmla="*/ f17 1 f4"/>
              <a:gd name="f25" fmla="*/ f18 1 f4"/>
              <a:gd name="f26" fmla="+- 21600 0 f20"/>
              <a:gd name="f27" fmla="+- 21600 0 f19"/>
              <a:gd name="f28" fmla="*/ 0 f21 1"/>
              <a:gd name="f29" fmla="*/ 21600 f21 1"/>
              <a:gd name="f30" fmla="*/ f20 f13 1"/>
              <a:gd name="f31" fmla="*/ f19 f12 1"/>
              <a:gd name="f32" fmla="+- f24 0 f3"/>
              <a:gd name="f33" fmla="+- f25 0 f3"/>
              <a:gd name="f34" fmla="*/ f27 f20 1"/>
              <a:gd name="f35" fmla="*/ f28 1 f21"/>
              <a:gd name="f36" fmla="*/ f29 1 f21"/>
              <a:gd name="f37" fmla="*/ f26 f13 1"/>
              <a:gd name="f38" fmla="*/ f34 1 10800"/>
              <a:gd name="f39" fmla="*/ f35 f12 1"/>
              <a:gd name="f40" fmla="*/ f35 f13 1"/>
              <a:gd name="f41" fmla="*/ f36 f13 1"/>
              <a:gd name="f42" fmla="+- f19 f38 0"/>
              <a:gd name="f43" fmla="*/ f42 f12 1"/>
            </a:gdLst>
            <a:ahLst>
              <a:ahXY gdRefX="f0" minX="f7" maxX="f8" gdRefY="f1" minY="f7" maxY="f9">
                <a:pos x="f22" y="f23"/>
              </a:ahXY>
            </a:ahLst>
            <a:cxnLst>
              <a:cxn ang="3cd4">
                <a:pos x="hc" y="t"/>
              </a:cxn>
              <a:cxn ang="0">
                <a:pos x="r" y="vc"/>
              </a:cxn>
              <a:cxn ang="cd4">
                <a:pos x="hc" y="b"/>
              </a:cxn>
              <a:cxn ang="cd2">
                <a:pos x="l" y="vc"/>
              </a:cxn>
              <a:cxn ang="f32">
                <a:pos x="f31" y="f40"/>
              </a:cxn>
              <a:cxn ang="f33">
                <a:pos x="f31" y="f41"/>
              </a:cxn>
            </a:cxnLst>
            <a:rect l="f39" t="f30" r="f43" b="f37"/>
            <a:pathLst>
              <a:path w="21600" h="21600">
                <a:moveTo>
                  <a:pt x="f7" y="f20"/>
                </a:moveTo>
                <a:lnTo>
                  <a:pt x="f19" y="f20"/>
                </a:lnTo>
                <a:lnTo>
                  <a:pt x="f19" y="f7"/>
                </a:lnTo>
                <a:lnTo>
                  <a:pt x="f8" y="f9"/>
                </a:lnTo>
                <a:lnTo>
                  <a:pt x="f19" y="f8"/>
                </a:lnTo>
                <a:lnTo>
                  <a:pt x="f19" y="f26"/>
                </a:lnTo>
                <a:lnTo>
                  <a:pt x="f7" y="f26"/>
                </a:lnTo>
                <a:close/>
              </a:path>
            </a:pathLst>
          </a:custGeom>
          <a:solidFill>
            <a:srgbClr val="FFFFFF"/>
          </a:solidFill>
          <a:ln w="12701" cap="flat">
            <a:solidFill>
              <a:srgbClr val="9B320E"/>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92D050"/>
              </a:solidFill>
              <a:uFillTx/>
              <a:latin typeface="Rockwell"/>
            </a:endParaRPr>
          </a:p>
        </p:txBody>
      </p:sp>
      <p:sp>
        <p:nvSpPr>
          <p:cNvPr id="9" name="TextBox 16">
            <a:extLst>
              <a:ext uri="{FF2B5EF4-FFF2-40B4-BE49-F238E27FC236}">
                <a16:creationId xmlns:a16="http://schemas.microsoft.com/office/drawing/2014/main" id="{8BB00337-436C-ED5A-262B-1BB5DF06F29D}"/>
              </a:ext>
            </a:extLst>
          </p:cNvPr>
          <p:cNvSpPr txBox="1"/>
          <p:nvPr/>
        </p:nvSpPr>
        <p:spPr>
          <a:xfrm>
            <a:off x="4520985" y="1664418"/>
            <a:ext cx="1751441"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FF0000"/>
                </a:solidFill>
                <a:uFillTx/>
                <a:latin typeface="Calibri"/>
              </a:rPr>
              <a:t>PLANT OUTPUT</a:t>
            </a:r>
            <a:endParaRPr lang="en-IN" sz="1800" b="0" i="0" u="none" strike="noStrike" kern="1200" cap="none" spc="0" baseline="0">
              <a:solidFill>
                <a:srgbClr val="FF0000"/>
              </a:solidFill>
              <a:uFillTx/>
              <a:latin typeface="Calibri"/>
            </a:endParaRPr>
          </a:p>
        </p:txBody>
      </p:sp>
      <p:sp>
        <p:nvSpPr>
          <p:cNvPr id="10" name="Arrow: Right 33">
            <a:extLst>
              <a:ext uri="{FF2B5EF4-FFF2-40B4-BE49-F238E27FC236}">
                <a16:creationId xmlns:a16="http://schemas.microsoft.com/office/drawing/2014/main" id="{39900DED-6ACE-805F-B522-EA73025CF7A7}"/>
              </a:ext>
            </a:extLst>
          </p:cNvPr>
          <p:cNvSpPr/>
          <p:nvPr/>
        </p:nvSpPr>
        <p:spPr>
          <a:xfrm rot="5400013">
            <a:off x="4431785" y="2845814"/>
            <a:ext cx="1391259" cy="362321"/>
          </a:xfrm>
          <a:custGeom>
            <a:avLst>
              <a:gd name="f0" fmla="val 19707"/>
              <a:gd name="f1" fmla="val 5400"/>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 f8 0 f7"/>
              <a:gd name="f15" fmla="pin 0 f0 21600"/>
              <a:gd name="f16" fmla="pin 0 f1 10800"/>
              <a:gd name="f17" fmla="*/ f10 f2 1"/>
              <a:gd name="f18" fmla="*/ f11 f2 1"/>
              <a:gd name="f19" fmla="val f15"/>
              <a:gd name="f20" fmla="val f16"/>
              <a:gd name="f21" fmla="*/ f14 1 21600"/>
              <a:gd name="f22" fmla="*/ f15 f12 1"/>
              <a:gd name="f23" fmla="*/ f16 f13 1"/>
              <a:gd name="f24" fmla="*/ f17 1 f4"/>
              <a:gd name="f25" fmla="*/ f18 1 f4"/>
              <a:gd name="f26" fmla="+- 21600 0 f20"/>
              <a:gd name="f27" fmla="+- 21600 0 f19"/>
              <a:gd name="f28" fmla="*/ 0 f21 1"/>
              <a:gd name="f29" fmla="*/ 21600 f21 1"/>
              <a:gd name="f30" fmla="*/ f20 f13 1"/>
              <a:gd name="f31" fmla="*/ f19 f12 1"/>
              <a:gd name="f32" fmla="+- f24 0 f3"/>
              <a:gd name="f33" fmla="+- f25 0 f3"/>
              <a:gd name="f34" fmla="*/ f27 f20 1"/>
              <a:gd name="f35" fmla="*/ f28 1 f21"/>
              <a:gd name="f36" fmla="*/ f29 1 f21"/>
              <a:gd name="f37" fmla="*/ f26 f13 1"/>
              <a:gd name="f38" fmla="*/ f34 1 10800"/>
              <a:gd name="f39" fmla="*/ f35 f12 1"/>
              <a:gd name="f40" fmla="*/ f35 f13 1"/>
              <a:gd name="f41" fmla="*/ f36 f13 1"/>
              <a:gd name="f42" fmla="+- f19 f38 0"/>
              <a:gd name="f43" fmla="*/ f42 f12 1"/>
            </a:gdLst>
            <a:ahLst>
              <a:ahXY gdRefX="f0" minX="f7" maxX="f8" gdRefY="f1" minY="f7" maxY="f9">
                <a:pos x="f22" y="f23"/>
              </a:ahXY>
            </a:ahLst>
            <a:cxnLst>
              <a:cxn ang="3cd4">
                <a:pos x="hc" y="t"/>
              </a:cxn>
              <a:cxn ang="0">
                <a:pos x="r" y="vc"/>
              </a:cxn>
              <a:cxn ang="cd4">
                <a:pos x="hc" y="b"/>
              </a:cxn>
              <a:cxn ang="cd2">
                <a:pos x="l" y="vc"/>
              </a:cxn>
              <a:cxn ang="f32">
                <a:pos x="f31" y="f40"/>
              </a:cxn>
              <a:cxn ang="f33">
                <a:pos x="f31" y="f41"/>
              </a:cxn>
            </a:cxnLst>
            <a:rect l="f39" t="f30" r="f43" b="f37"/>
            <a:pathLst>
              <a:path w="21600" h="21600">
                <a:moveTo>
                  <a:pt x="f7" y="f20"/>
                </a:moveTo>
                <a:lnTo>
                  <a:pt x="f19" y="f20"/>
                </a:lnTo>
                <a:lnTo>
                  <a:pt x="f19" y="f7"/>
                </a:lnTo>
                <a:lnTo>
                  <a:pt x="f8" y="f9"/>
                </a:lnTo>
                <a:lnTo>
                  <a:pt x="f19" y="f8"/>
                </a:lnTo>
                <a:lnTo>
                  <a:pt x="f19" y="f26"/>
                </a:lnTo>
                <a:lnTo>
                  <a:pt x="f7" y="f26"/>
                </a:lnTo>
                <a:close/>
              </a:path>
            </a:pathLst>
          </a:custGeom>
          <a:solidFill>
            <a:srgbClr val="FFFFFF"/>
          </a:solidFill>
          <a:ln w="12701" cap="flat">
            <a:solidFill>
              <a:srgbClr val="9B320E"/>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92D050"/>
              </a:solidFill>
              <a:uFillTx/>
              <a:latin typeface="Rockwell"/>
            </a:endParaRPr>
          </a:p>
        </p:txBody>
      </p:sp>
      <p:sp>
        <p:nvSpPr>
          <p:cNvPr id="11" name="Arrow: Right 33">
            <a:extLst>
              <a:ext uri="{FF2B5EF4-FFF2-40B4-BE49-F238E27FC236}">
                <a16:creationId xmlns:a16="http://schemas.microsoft.com/office/drawing/2014/main" id="{CC2E42D3-9B97-6ECF-3E2D-FC34033CE84F}"/>
              </a:ext>
            </a:extLst>
          </p:cNvPr>
          <p:cNvSpPr/>
          <p:nvPr/>
        </p:nvSpPr>
        <p:spPr>
          <a:xfrm rot="10799991">
            <a:off x="1910812" y="3662098"/>
            <a:ext cx="3037709" cy="362321"/>
          </a:xfrm>
          <a:custGeom>
            <a:avLst>
              <a:gd name="f0" fmla="val 19707"/>
              <a:gd name="f1" fmla="val 5400"/>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 f8 0 f7"/>
              <a:gd name="f15" fmla="pin 0 f0 21600"/>
              <a:gd name="f16" fmla="pin 0 f1 10800"/>
              <a:gd name="f17" fmla="*/ f10 f2 1"/>
              <a:gd name="f18" fmla="*/ f11 f2 1"/>
              <a:gd name="f19" fmla="val f15"/>
              <a:gd name="f20" fmla="val f16"/>
              <a:gd name="f21" fmla="*/ f14 1 21600"/>
              <a:gd name="f22" fmla="*/ f15 f12 1"/>
              <a:gd name="f23" fmla="*/ f16 f13 1"/>
              <a:gd name="f24" fmla="*/ f17 1 f4"/>
              <a:gd name="f25" fmla="*/ f18 1 f4"/>
              <a:gd name="f26" fmla="+- 21600 0 f20"/>
              <a:gd name="f27" fmla="+- 21600 0 f19"/>
              <a:gd name="f28" fmla="*/ 0 f21 1"/>
              <a:gd name="f29" fmla="*/ 21600 f21 1"/>
              <a:gd name="f30" fmla="*/ f20 f13 1"/>
              <a:gd name="f31" fmla="*/ f19 f12 1"/>
              <a:gd name="f32" fmla="+- f24 0 f3"/>
              <a:gd name="f33" fmla="+- f25 0 f3"/>
              <a:gd name="f34" fmla="*/ f27 f20 1"/>
              <a:gd name="f35" fmla="*/ f28 1 f21"/>
              <a:gd name="f36" fmla="*/ f29 1 f21"/>
              <a:gd name="f37" fmla="*/ f26 f13 1"/>
              <a:gd name="f38" fmla="*/ f34 1 10800"/>
              <a:gd name="f39" fmla="*/ f35 f12 1"/>
              <a:gd name="f40" fmla="*/ f35 f13 1"/>
              <a:gd name="f41" fmla="*/ f36 f13 1"/>
              <a:gd name="f42" fmla="+- f19 f38 0"/>
              <a:gd name="f43" fmla="*/ f42 f12 1"/>
            </a:gdLst>
            <a:ahLst>
              <a:ahXY gdRefX="f0" minX="f7" maxX="f8" gdRefY="f1" minY="f7" maxY="f9">
                <a:pos x="f22" y="f23"/>
              </a:ahXY>
            </a:ahLst>
            <a:cxnLst>
              <a:cxn ang="3cd4">
                <a:pos x="hc" y="t"/>
              </a:cxn>
              <a:cxn ang="0">
                <a:pos x="r" y="vc"/>
              </a:cxn>
              <a:cxn ang="cd4">
                <a:pos x="hc" y="b"/>
              </a:cxn>
              <a:cxn ang="cd2">
                <a:pos x="l" y="vc"/>
              </a:cxn>
              <a:cxn ang="f32">
                <a:pos x="f31" y="f40"/>
              </a:cxn>
              <a:cxn ang="f33">
                <a:pos x="f31" y="f41"/>
              </a:cxn>
            </a:cxnLst>
            <a:rect l="f39" t="f30" r="f43" b="f37"/>
            <a:pathLst>
              <a:path w="21600" h="21600">
                <a:moveTo>
                  <a:pt x="f7" y="f20"/>
                </a:moveTo>
                <a:lnTo>
                  <a:pt x="f19" y="f20"/>
                </a:lnTo>
                <a:lnTo>
                  <a:pt x="f19" y="f7"/>
                </a:lnTo>
                <a:lnTo>
                  <a:pt x="f8" y="f9"/>
                </a:lnTo>
                <a:lnTo>
                  <a:pt x="f19" y="f8"/>
                </a:lnTo>
                <a:lnTo>
                  <a:pt x="f19" y="f26"/>
                </a:lnTo>
                <a:lnTo>
                  <a:pt x="f7" y="f26"/>
                </a:lnTo>
                <a:close/>
              </a:path>
            </a:pathLst>
          </a:custGeom>
          <a:solidFill>
            <a:srgbClr val="FFFFFF"/>
          </a:solidFill>
          <a:ln w="12701" cap="flat">
            <a:solidFill>
              <a:srgbClr val="9B320E"/>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92D050"/>
              </a:solidFill>
              <a:uFillTx/>
              <a:latin typeface="Rockwell"/>
            </a:endParaRPr>
          </a:p>
        </p:txBody>
      </p:sp>
      <p:sp>
        <p:nvSpPr>
          <p:cNvPr id="12" name="Arrow: Right 33">
            <a:extLst>
              <a:ext uri="{FF2B5EF4-FFF2-40B4-BE49-F238E27FC236}">
                <a16:creationId xmlns:a16="http://schemas.microsoft.com/office/drawing/2014/main" id="{81EF3F58-9FA7-2CE8-1D47-739EBBC71F77}"/>
              </a:ext>
            </a:extLst>
          </p:cNvPr>
          <p:cNvSpPr/>
          <p:nvPr/>
        </p:nvSpPr>
        <p:spPr>
          <a:xfrm rot="16200004">
            <a:off x="1273467" y="2845813"/>
            <a:ext cx="1202801" cy="362321"/>
          </a:xfrm>
          <a:custGeom>
            <a:avLst>
              <a:gd name="f0" fmla="val 19707"/>
              <a:gd name="f1" fmla="val 5400"/>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 f8 0 f7"/>
              <a:gd name="f15" fmla="pin 0 f0 21600"/>
              <a:gd name="f16" fmla="pin 0 f1 10800"/>
              <a:gd name="f17" fmla="*/ f10 f2 1"/>
              <a:gd name="f18" fmla="*/ f11 f2 1"/>
              <a:gd name="f19" fmla="val f15"/>
              <a:gd name="f20" fmla="val f16"/>
              <a:gd name="f21" fmla="*/ f14 1 21600"/>
              <a:gd name="f22" fmla="*/ f15 f12 1"/>
              <a:gd name="f23" fmla="*/ f16 f13 1"/>
              <a:gd name="f24" fmla="*/ f17 1 f4"/>
              <a:gd name="f25" fmla="*/ f18 1 f4"/>
              <a:gd name="f26" fmla="+- 21600 0 f20"/>
              <a:gd name="f27" fmla="+- 21600 0 f19"/>
              <a:gd name="f28" fmla="*/ 0 f21 1"/>
              <a:gd name="f29" fmla="*/ 21600 f21 1"/>
              <a:gd name="f30" fmla="*/ f20 f13 1"/>
              <a:gd name="f31" fmla="*/ f19 f12 1"/>
              <a:gd name="f32" fmla="+- f24 0 f3"/>
              <a:gd name="f33" fmla="+- f25 0 f3"/>
              <a:gd name="f34" fmla="*/ f27 f20 1"/>
              <a:gd name="f35" fmla="*/ f28 1 f21"/>
              <a:gd name="f36" fmla="*/ f29 1 f21"/>
              <a:gd name="f37" fmla="*/ f26 f13 1"/>
              <a:gd name="f38" fmla="*/ f34 1 10800"/>
              <a:gd name="f39" fmla="*/ f35 f12 1"/>
              <a:gd name="f40" fmla="*/ f35 f13 1"/>
              <a:gd name="f41" fmla="*/ f36 f13 1"/>
              <a:gd name="f42" fmla="+- f19 f38 0"/>
              <a:gd name="f43" fmla="*/ f42 f12 1"/>
            </a:gdLst>
            <a:ahLst>
              <a:ahXY gdRefX="f0" minX="f7" maxX="f8" gdRefY="f1" minY="f7" maxY="f9">
                <a:pos x="f22" y="f23"/>
              </a:ahXY>
            </a:ahLst>
            <a:cxnLst>
              <a:cxn ang="3cd4">
                <a:pos x="hc" y="t"/>
              </a:cxn>
              <a:cxn ang="0">
                <a:pos x="r" y="vc"/>
              </a:cxn>
              <a:cxn ang="cd4">
                <a:pos x="hc" y="b"/>
              </a:cxn>
              <a:cxn ang="cd2">
                <a:pos x="l" y="vc"/>
              </a:cxn>
              <a:cxn ang="f32">
                <a:pos x="f31" y="f40"/>
              </a:cxn>
              <a:cxn ang="f33">
                <a:pos x="f31" y="f41"/>
              </a:cxn>
            </a:cxnLst>
            <a:rect l="f39" t="f30" r="f43" b="f37"/>
            <a:pathLst>
              <a:path w="21600" h="21600">
                <a:moveTo>
                  <a:pt x="f7" y="f20"/>
                </a:moveTo>
                <a:lnTo>
                  <a:pt x="f19" y="f20"/>
                </a:lnTo>
                <a:lnTo>
                  <a:pt x="f19" y="f7"/>
                </a:lnTo>
                <a:lnTo>
                  <a:pt x="f8" y="f9"/>
                </a:lnTo>
                <a:lnTo>
                  <a:pt x="f19" y="f8"/>
                </a:lnTo>
                <a:lnTo>
                  <a:pt x="f19" y="f26"/>
                </a:lnTo>
                <a:lnTo>
                  <a:pt x="f7" y="f26"/>
                </a:lnTo>
                <a:close/>
              </a:path>
            </a:pathLst>
          </a:custGeom>
          <a:solidFill>
            <a:srgbClr val="FFFFFF"/>
          </a:solidFill>
          <a:ln w="12701" cap="flat">
            <a:solidFill>
              <a:srgbClr val="9B320E"/>
            </a:solidFill>
            <a:prstDash val="solid"/>
            <a:miter/>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92D050"/>
              </a:solidFill>
              <a:uFillTx/>
              <a:latin typeface="Rockwell"/>
            </a:endParaRPr>
          </a:p>
        </p:txBody>
      </p:sp>
      <p:sp>
        <p:nvSpPr>
          <p:cNvPr id="13" name="TextBox 22">
            <a:extLst>
              <a:ext uri="{FF2B5EF4-FFF2-40B4-BE49-F238E27FC236}">
                <a16:creationId xmlns:a16="http://schemas.microsoft.com/office/drawing/2014/main" id="{226C810E-4280-28CE-426C-254F190A1CF9}"/>
              </a:ext>
            </a:extLst>
          </p:cNvPr>
          <p:cNvSpPr txBox="1"/>
          <p:nvPr/>
        </p:nvSpPr>
        <p:spPr>
          <a:xfrm>
            <a:off x="6272427" y="3308710"/>
            <a:ext cx="2633279" cy="461662"/>
          </a:xfrm>
          <a:prstGeom prst="rect">
            <a:avLst/>
          </a:prstGeom>
          <a:noFill/>
          <a:ln cap="flat">
            <a:noFill/>
          </a:ln>
        </p:spPr>
        <p:txBody>
          <a:bodyPr vert="horz" wrap="square" lIns="91440" tIns="45720" rIns="91440" bIns="45720" anchor="t" anchorCtr="0" compatLnSpc="1">
            <a:spAutoFit/>
          </a:bodyPr>
          <a:lstStyle/>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a:solidFill>
                  <a:srgbClr val="374C81"/>
                </a:solidFill>
                <a:uFillTx/>
                <a:latin typeface="Century Gothic"/>
              </a:rPr>
              <a:t>Where,  </a:t>
            </a:r>
            <a:r>
              <a:rPr lang="en-US" sz="2400" b="1" i="0" u="none" strike="noStrike" kern="1200" cap="none" spc="0" baseline="0">
                <a:solidFill>
                  <a:srgbClr val="C55A11"/>
                </a:solidFill>
                <a:uFillTx/>
                <a:latin typeface="Century Gothic"/>
              </a:rPr>
              <a:t>P</a:t>
            </a:r>
            <a:r>
              <a:rPr lang="en-US" sz="2400" b="0" i="0" u="none" strike="noStrike" kern="1200" cap="none" spc="0" baseline="0">
                <a:solidFill>
                  <a:srgbClr val="C55A11"/>
                </a:solidFill>
                <a:uFillTx/>
                <a:latin typeface="Century Gothic"/>
              </a:rPr>
              <a:t>= Plant </a:t>
            </a:r>
            <a:endParaRPr lang="en-IN" sz="2400" b="0" i="0" u="none" strike="noStrike" kern="1200" cap="none" spc="0" baseline="0">
              <a:solidFill>
                <a:srgbClr val="374C81"/>
              </a:solidFill>
              <a:uFillTx/>
              <a:latin typeface="Century Gothic"/>
            </a:endParaRPr>
          </a:p>
        </p:txBody>
      </p:sp>
      <p:cxnSp>
        <p:nvCxnSpPr>
          <p:cNvPr id="14" name="Straight Arrow Connector 40">
            <a:extLst>
              <a:ext uri="{FF2B5EF4-FFF2-40B4-BE49-F238E27FC236}">
                <a16:creationId xmlns:a16="http://schemas.microsoft.com/office/drawing/2014/main" id="{D0E97672-C7CB-1505-A84B-56E25ABB45F0}"/>
              </a:ext>
            </a:extLst>
          </p:cNvPr>
          <p:cNvCxnSpPr/>
          <p:nvPr/>
        </p:nvCxnSpPr>
        <p:spPr>
          <a:xfrm flipV="1">
            <a:off x="8829263" y="3281607"/>
            <a:ext cx="859746" cy="187745"/>
          </a:xfrm>
          <a:prstGeom prst="straightConnector1">
            <a:avLst/>
          </a:prstGeom>
          <a:noFill/>
          <a:ln w="19046" cap="flat">
            <a:solidFill>
              <a:srgbClr val="FF0000"/>
            </a:solidFill>
            <a:prstDash val="solid"/>
            <a:miter/>
            <a:tailEnd type="arrow"/>
          </a:ln>
        </p:spPr>
      </p:cxnSp>
      <p:cxnSp>
        <p:nvCxnSpPr>
          <p:cNvPr id="15" name="Straight Arrow Connector 41">
            <a:extLst>
              <a:ext uri="{FF2B5EF4-FFF2-40B4-BE49-F238E27FC236}">
                <a16:creationId xmlns:a16="http://schemas.microsoft.com/office/drawing/2014/main" id="{283B171C-C609-7F6A-B3E0-9FBCE821F97B}"/>
              </a:ext>
            </a:extLst>
          </p:cNvPr>
          <p:cNvCxnSpPr/>
          <p:nvPr/>
        </p:nvCxnSpPr>
        <p:spPr>
          <a:xfrm>
            <a:off x="8829263" y="3609731"/>
            <a:ext cx="827779" cy="73234"/>
          </a:xfrm>
          <a:prstGeom prst="straightConnector1">
            <a:avLst/>
          </a:prstGeom>
          <a:noFill/>
          <a:ln w="19046" cap="flat">
            <a:solidFill>
              <a:srgbClr val="FF0000"/>
            </a:solidFill>
            <a:prstDash val="solid"/>
            <a:miter/>
            <a:tailEnd type="arrow"/>
          </a:ln>
        </p:spPr>
      </p:cxnSp>
      <p:sp>
        <p:nvSpPr>
          <p:cNvPr id="16" name="TextBox 46">
            <a:extLst>
              <a:ext uri="{FF2B5EF4-FFF2-40B4-BE49-F238E27FC236}">
                <a16:creationId xmlns:a16="http://schemas.microsoft.com/office/drawing/2014/main" id="{A44A2692-FE18-F6B0-C2D0-7B3D31330BC7}"/>
              </a:ext>
            </a:extLst>
          </p:cNvPr>
          <p:cNvSpPr txBox="1"/>
          <p:nvPr/>
        </p:nvSpPr>
        <p:spPr>
          <a:xfrm>
            <a:off x="9657042" y="3521381"/>
            <a:ext cx="1990758" cy="32316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500" b="1" i="0" u="none" strike="noStrike" kern="1200" cap="none" spc="0" baseline="0">
                <a:solidFill>
                  <a:srgbClr val="C55A11"/>
                </a:solidFill>
                <a:uFillTx/>
                <a:latin typeface="Times New Roman" pitchFamily="18"/>
                <a:cs typeface="Times New Roman" pitchFamily="18"/>
              </a:rPr>
              <a:t>LEADER VEHICLE</a:t>
            </a:r>
            <a:endParaRPr lang="en-IN" sz="1500" b="1" i="0" u="none" strike="noStrike" kern="1200" cap="none" spc="0" baseline="0">
              <a:solidFill>
                <a:srgbClr val="C55A11"/>
              </a:solidFill>
              <a:uFillTx/>
              <a:latin typeface="Times New Roman" pitchFamily="18"/>
              <a:cs typeface="Times New Roman" pitchFamily="18"/>
            </a:endParaRPr>
          </a:p>
        </p:txBody>
      </p:sp>
      <p:sp>
        <p:nvSpPr>
          <p:cNvPr id="17" name="TextBox 43">
            <a:extLst>
              <a:ext uri="{FF2B5EF4-FFF2-40B4-BE49-F238E27FC236}">
                <a16:creationId xmlns:a16="http://schemas.microsoft.com/office/drawing/2014/main" id="{060D2231-DE97-64C1-B759-D7E251941C92}"/>
              </a:ext>
            </a:extLst>
          </p:cNvPr>
          <p:cNvSpPr txBox="1"/>
          <p:nvPr/>
        </p:nvSpPr>
        <p:spPr>
          <a:xfrm>
            <a:off x="9689009" y="3026974"/>
            <a:ext cx="1618058" cy="32316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500" b="1" i="0" u="none" strike="noStrike" kern="1200" cap="none" spc="0" baseline="0">
                <a:solidFill>
                  <a:srgbClr val="C55A11"/>
                </a:solidFill>
                <a:uFillTx/>
                <a:latin typeface="Times New Roman" pitchFamily="18"/>
                <a:cs typeface="Times New Roman" pitchFamily="18"/>
              </a:rPr>
              <a:t>EGO VEHICLE</a:t>
            </a:r>
            <a:endParaRPr lang="en-IN" sz="1500" b="1" i="0" u="none" strike="noStrike" kern="1200" cap="none" spc="0" baseline="0">
              <a:solidFill>
                <a:srgbClr val="C55A11"/>
              </a:solidFill>
              <a:uFillTx/>
              <a:latin typeface="Times New Roman" pitchFamily="18"/>
              <a:cs typeface="Times New Roman" pitchFamily="18"/>
            </a:endParaRPr>
          </a:p>
        </p:txBody>
      </p:sp>
      <p:sp>
        <p:nvSpPr>
          <p:cNvPr id="18" name="TextBox 28">
            <a:extLst>
              <a:ext uri="{FF2B5EF4-FFF2-40B4-BE49-F238E27FC236}">
                <a16:creationId xmlns:a16="http://schemas.microsoft.com/office/drawing/2014/main" id="{8D84D16F-55D4-06D9-1E75-39E320059613}"/>
              </a:ext>
            </a:extLst>
          </p:cNvPr>
          <p:cNvSpPr txBox="1"/>
          <p:nvPr/>
        </p:nvSpPr>
        <p:spPr>
          <a:xfrm>
            <a:off x="6302474" y="4212595"/>
            <a:ext cx="2178768" cy="461662"/>
          </a:xfrm>
          <a:prstGeom prst="rect">
            <a:avLst/>
          </a:prstGeom>
          <a:noFill/>
          <a:ln cap="flat">
            <a:noFill/>
          </a:ln>
        </p:spPr>
        <p:txBody>
          <a:bodyPr vert="horz" wrap="square" lIns="91440" tIns="45720" rIns="91440" bIns="45720" anchor="t" anchorCtr="0" compatLnSpc="1">
            <a:spAutoFit/>
          </a:bodyPr>
          <a:lstStyle/>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2E75B6"/>
                </a:solidFill>
                <a:uFillTx/>
                <a:latin typeface="Century Gothic"/>
              </a:rPr>
              <a:t>C</a:t>
            </a:r>
            <a:r>
              <a:rPr lang="en-US" sz="2400" b="0" i="0" u="none" strike="noStrike" kern="1200" cap="none" spc="0" baseline="0">
                <a:solidFill>
                  <a:srgbClr val="2E75B6"/>
                </a:solidFill>
                <a:uFillTx/>
                <a:latin typeface="Century Gothic"/>
              </a:rPr>
              <a:t>= Controller</a:t>
            </a:r>
            <a:endParaRPr lang="en-IN" sz="2400" b="0" i="0" u="none" strike="noStrike" kern="1200" cap="none" spc="0" baseline="0">
              <a:solidFill>
                <a:srgbClr val="374C81"/>
              </a:solidFill>
              <a:uFillTx/>
              <a:latin typeface="Century Gothic"/>
            </a:endParaRPr>
          </a:p>
        </p:txBody>
      </p:sp>
      <p:cxnSp>
        <p:nvCxnSpPr>
          <p:cNvPr id="19" name="Straight Arrow Connector 44">
            <a:extLst>
              <a:ext uri="{FF2B5EF4-FFF2-40B4-BE49-F238E27FC236}">
                <a16:creationId xmlns:a16="http://schemas.microsoft.com/office/drawing/2014/main" id="{B709A639-BCFA-C7AD-6796-77621363EDFA}"/>
              </a:ext>
            </a:extLst>
          </p:cNvPr>
          <p:cNvCxnSpPr/>
          <p:nvPr/>
        </p:nvCxnSpPr>
        <p:spPr>
          <a:xfrm flipV="1">
            <a:off x="8385048" y="4285363"/>
            <a:ext cx="675439" cy="143012"/>
          </a:xfrm>
          <a:prstGeom prst="straightConnector1">
            <a:avLst/>
          </a:prstGeom>
          <a:noFill/>
          <a:ln w="19046" cap="flat">
            <a:solidFill>
              <a:srgbClr val="FF0000"/>
            </a:solidFill>
            <a:prstDash val="solid"/>
            <a:miter/>
            <a:tailEnd type="arrow"/>
          </a:ln>
        </p:spPr>
      </p:cxnSp>
      <p:cxnSp>
        <p:nvCxnSpPr>
          <p:cNvPr id="20" name="Straight Arrow Connector 45">
            <a:extLst>
              <a:ext uri="{FF2B5EF4-FFF2-40B4-BE49-F238E27FC236}">
                <a16:creationId xmlns:a16="http://schemas.microsoft.com/office/drawing/2014/main" id="{E4A6642E-F4DC-5E8D-B152-620FEDF0B9A2}"/>
              </a:ext>
            </a:extLst>
          </p:cNvPr>
          <p:cNvCxnSpPr>
            <a:endCxn id="22" idx="1"/>
          </p:cNvCxnSpPr>
          <p:nvPr/>
        </p:nvCxnSpPr>
        <p:spPr>
          <a:xfrm>
            <a:off x="8385048" y="4519961"/>
            <a:ext cx="628521" cy="140599"/>
          </a:xfrm>
          <a:prstGeom prst="straightConnector1">
            <a:avLst/>
          </a:prstGeom>
          <a:noFill/>
          <a:ln w="19046" cap="flat">
            <a:solidFill>
              <a:srgbClr val="FF0000"/>
            </a:solidFill>
            <a:prstDash val="solid"/>
            <a:miter/>
            <a:tailEnd type="arrow"/>
          </a:ln>
        </p:spPr>
      </p:cxnSp>
      <p:sp>
        <p:nvSpPr>
          <p:cNvPr id="21" name="TextBox 53">
            <a:extLst>
              <a:ext uri="{FF2B5EF4-FFF2-40B4-BE49-F238E27FC236}">
                <a16:creationId xmlns:a16="http://schemas.microsoft.com/office/drawing/2014/main" id="{1DB7CB00-9389-79F7-D48A-139E8A58D2A2}"/>
              </a:ext>
            </a:extLst>
          </p:cNvPr>
          <p:cNvSpPr txBox="1"/>
          <p:nvPr/>
        </p:nvSpPr>
        <p:spPr>
          <a:xfrm>
            <a:off x="9005605" y="4123779"/>
            <a:ext cx="675439" cy="32316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500" b="1" i="0" u="none" strike="noStrike" kern="1200" cap="none" spc="0" baseline="0">
                <a:solidFill>
                  <a:srgbClr val="2E75B6"/>
                </a:solidFill>
                <a:uFillTx/>
                <a:latin typeface="Times New Roman" pitchFamily="18"/>
                <a:cs typeface="Times New Roman" pitchFamily="18"/>
              </a:rPr>
              <a:t>PID</a:t>
            </a:r>
            <a:endParaRPr lang="en-IN" sz="1500" b="1" i="0" u="none" strike="noStrike" kern="1200" cap="none" spc="0" baseline="0">
              <a:solidFill>
                <a:srgbClr val="2E75B6"/>
              </a:solidFill>
              <a:uFillTx/>
              <a:latin typeface="Times New Roman" pitchFamily="18"/>
              <a:cs typeface="Times New Roman" pitchFamily="18"/>
            </a:endParaRPr>
          </a:p>
        </p:txBody>
      </p:sp>
      <p:sp>
        <p:nvSpPr>
          <p:cNvPr id="22" name="TextBox 54">
            <a:extLst>
              <a:ext uri="{FF2B5EF4-FFF2-40B4-BE49-F238E27FC236}">
                <a16:creationId xmlns:a16="http://schemas.microsoft.com/office/drawing/2014/main" id="{4FC9D7F9-4709-AAA0-A733-858420A1FAAF}"/>
              </a:ext>
            </a:extLst>
          </p:cNvPr>
          <p:cNvSpPr txBox="1"/>
          <p:nvPr/>
        </p:nvSpPr>
        <p:spPr>
          <a:xfrm>
            <a:off x="9013569" y="4498976"/>
            <a:ext cx="675439" cy="32316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500" b="1" i="0" u="none" strike="noStrike" kern="1200" cap="none" spc="0" baseline="0">
                <a:solidFill>
                  <a:srgbClr val="2E75B6"/>
                </a:solidFill>
                <a:uFillTx/>
                <a:latin typeface="Times New Roman" pitchFamily="18"/>
                <a:cs typeface="Times New Roman" pitchFamily="18"/>
              </a:rPr>
              <a:t>MPC   </a:t>
            </a:r>
            <a:endParaRPr lang="en-IN" sz="1500" b="1" i="0" u="none" strike="noStrike" kern="1200" cap="none" spc="0" baseline="0">
              <a:solidFill>
                <a:srgbClr val="2E75B6"/>
              </a:solidFill>
              <a:uFillTx/>
              <a:latin typeface="Times New Roman" pitchFamily="18"/>
              <a:cs typeface="Times New Roman" pitchFamily="18"/>
            </a:endParaRPr>
          </a:p>
        </p:txBody>
      </p:sp>
      <p:sp>
        <p:nvSpPr>
          <p:cNvPr id="23" name="TextBox 34">
            <a:extLst>
              <a:ext uri="{FF2B5EF4-FFF2-40B4-BE49-F238E27FC236}">
                <a16:creationId xmlns:a16="http://schemas.microsoft.com/office/drawing/2014/main" id="{D6575510-88A4-3C4F-EBED-C789E29C4B2C}"/>
              </a:ext>
            </a:extLst>
          </p:cNvPr>
          <p:cNvSpPr txBox="1"/>
          <p:nvPr/>
        </p:nvSpPr>
        <p:spPr>
          <a:xfrm>
            <a:off x="5214375" y="5193709"/>
            <a:ext cx="2428975" cy="461662"/>
          </a:xfrm>
          <a:prstGeom prst="rect">
            <a:avLst/>
          </a:prstGeom>
          <a:noFill/>
          <a:ln cap="flat">
            <a:noFill/>
          </a:ln>
        </p:spPr>
        <p:txBody>
          <a:bodyPr vert="horz" wrap="square" lIns="91440" tIns="45720" rIns="91440" bIns="45720" anchor="t" anchorCtr="0" compatLnSpc="1">
            <a:spAutoFit/>
          </a:bodyPr>
          <a:lstStyle/>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374C81"/>
                </a:solidFill>
                <a:uFillTx/>
                <a:latin typeface="Century Gothic"/>
              </a:rPr>
              <a:t> </a:t>
            </a:r>
            <a:r>
              <a:rPr lang="en-US" sz="2400" b="1" i="0" u="none" strike="noStrike" kern="1200" cap="none" spc="0" baseline="0">
                <a:solidFill>
                  <a:srgbClr val="548235"/>
                </a:solidFill>
                <a:uFillTx/>
                <a:latin typeface="Century Gothic"/>
              </a:rPr>
              <a:t>R</a:t>
            </a:r>
            <a:r>
              <a:rPr lang="en-US" sz="2400" b="0" i="0" u="none" strike="noStrike" kern="1200" cap="none" spc="0" baseline="0">
                <a:solidFill>
                  <a:srgbClr val="548235"/>
                </a:solidFill>
                <a:uFillTx/>
                <a:latin typeface="Century Gothic"/>
              </a:rPr>
              <a:t>= References</a:t>
            </a:r>
            <a:endParaRPr lang="en-IN" sz="2400" b="0" i="0" u="none" strike="noStrike" kern="1200" cap="none" spc="0" baseline="0">
              <a:solidFill>
                <a:srgbClr val="374C81"/>
              </a:solidFill>
              <a:uFillTx/>
              <a:latin typeface="Century Gothic"/>
            </a:endParaRPr>
          </a:p>
        </p:txBody>
      </p:sp>
      <p:cxnSp>
        <p:nvCxnSpPr>
          <p:cNvPr id="24" name="Straight Arrow Connector 59">
            <a:extLst>
              <a:ext uri="{FF2B5EF4-FFF2-40B4-BE49-F238E27FC236}">
                <a16:creationId xmlns:a16="http://schemas.microsoft.com/office/drawing/2014/main" id="{72027C68-F55E-44DA-3468-B83A24577422}"/>
              </a:ext>
            </a:extLst>
          </p:cNvPr>
          <p:cNvCxnSpPr/>
          <p:nvPr/>
        </p:nvCxnSpPr>
        <p:spPr>
          <a:xfrm>
            <a:off x="7687141" y="5424540"/>
            <a:ext cx="780203" cy="0"/>
          </a:xfrm>
          <a:prstGeom prst="straightConnector1">
            <a:avLst/>
          </a:prstGeom>
          <a:noFill/>
          <a:ln w="19046" cap="flat">
            <a:solidFill>
              <a:srgbClr val="FF0000"/>
            </a:solidFill>
            <a:prstDash val="solid"/>
            <a:miter/>
            <a:tailEnd type="arrow"/>
          </a:ln>
        </p:spPr>
      </p:cxnSp>
      <p:sp>
        <p:nvSpPr>
          <p:cNvPr id="25" name="TextBox 58">
            <a:extLst>
              <a:ext uri="{FF2B5EF4-FFF2-40B4-BE49-F238E27FC236}">
                <a16:creationId xmlns:a16="http://schemas.microsoft.com/office/drawing/2014/main" id="{0011F21E-C9C7-E414-96C9-64A8F2CDB538}"/>
              </a:ext>
            </a:extLst>
          </p:cNvPr>
          <p:cNvSpPr txBox="1"/>
          <p:nvPr/>
        </p:nvSpPr>
        <p:spPr>
          <a:xfrm>
            <a:off x="8511134" y="5262957"/>
            <a:ext cx="3136666" cy="553998"/>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500" b="1" i="0" u="none" strike="noStrike" kern="1200" cap="none" spc="0" baseline="0">
                <a:solidFill>
                  <a:srgbClr val="548235"/>
                </a:solidFill>
                <a:uFillTx/>
                <a:latin typeface="Times New Roman" pitchFamily="18"/>
                <a:cs typeface="Times New Roman" pitchFamily="18"/>
              </a:rPr>
              <a:t>ADAPTIVE CRUISE CONTROL (ACC)</a:t>
            </a:r>
            <a:endParaRPr lang="en-IN" sz="1500" b="1" i="0" u="none" strike="noStrike" kern="1200" cap="none" spc="0" baseline="0">
              <a:solidFill>
                <a:srgbClr val="548235"/>
              </a:solidFill>
              <a:uFillTx/>
              <a:latin typeface="Times New Roman" pitchFamily="18"/>
              <a:cs typeface="Times New Roman" pitchFamily="18"/>
            </a:endParaRPr>
          </a:p>
        </p:txBody>
      </p:sp>
      <p:sp>
        <p:nvSpPr>
          <p:cNvPr id="26" name="Rectangle 26">
            <a:extLst>
              <a:ext uri="{FF2B5EF4-FFF2-40B4-BE49-F238E27FC236}">
                <a16:creationId xmlns:a16="http://schemas.microsoft.com/office/drawing/2014/main" id="{4328C5DF-F448-C06F-22FC-8C52B0321A78}"/>
              </a:ext>
            </a:extLst>
          </p:cNvPr>
          <p:cNvSpPr/>
          <p:nvPr/>
        </p:nvSpPr>
        <p:spPr>
          <a:xfrm>
            <a:off x="0" y="-6455"/>
            <a:ext cx="12188823" cy="646334"/>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GENERAL LAYOUT OF SYSTEM:-</a:t>
            </a:r>
            <a:endParaRPr lang="en-IN" sz="3600" b="1" i="0" u="none" strike="noStrike" kern="1200" cap="none" spc="0" baseline="0">
              <a:solidFill>
                <a:srgbClr val="262626"/>
              </a:solidFill>
              <a:effectLst>
                <a:outerShdw dist="38096" dir="2700000">
                  <a:srgbClr val="5B9BD5"/>
                </a:outerShdw>
              </a:effectLst>
              <a:uFillTx/>
              <a:latin typeface="Calibri"/>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circle(in)">
                                      <p:cBhvr>
                                        <p:cTn id="7" dur="20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1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1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1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par>
                                <p:cTn id="22" presetID="10" presetClass="entr" presetSubtype="1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1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1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1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1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par>
                                <p:cTn id="37" presetID="10" presetClass="entr" presetSubtype="1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childTnLst>
                                </p:cTn>
                              </p:par>
                              <p:par>
                                <p:cTn id="40" presetID="10" presetClass="entr" presetSubtype="10" fill="hold" grpId="0" nodeType="with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down)">
                                      <p:cBhvr>
                                        <p:cTn id="47" dur="500"/>
                                        <p:tgtEl>
                                          <p:spTgt spid="13"/>
                                        </p:tgtEl>
                                      </p:cBhvr>
                                    </p:animEffect>
                                  </p:childTnLst>
                                </p:cTn>
                              </p:par>
                              <p:par>
                                <p:cTn id="48" presetID="22" presetClass="entr" presetSubtype="4"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down)">
                                      <p:cBhvr>
                                        <p:cTn id="50" dur="500"/>
                                        <p:tgtEl>
                                          <p:spTgt spid="14"/>
                                        </p:tgtEl>
                                      </p:cBhvr>
                                    </p:animEffect>
                                  </p:childTnLst>
                                </p:cTn>
                              </p:par>
                              <p:par>
                                <p:cTn id="51" presetID="22" presetClass="entr" presetSubtype="4" fill="hold"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down)">
                                      <p:cBhvr>
                                        <p:cTn id="53" dur="500"/>
                                        <p:tgtEl>
                                          <p:spTgt spid="15"/>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wipe(down)">
                                      <p:cBhvr>
                                        <p:cTn id="56" dur="500"/>
                                        <p:tgtEl>
                                          <p:spTgt spid="17"/>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wipe(down)">
                                      <p:cBhvr>
                                        <p:cTn id="59" dur="500"/>
                                        <p:tgtEl>
                                          <p:spTgt spid="16"/>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18"/>
                                        </p:tgtEl>
                                        <p:attrNameLst>
                                          <p:attrName>style.visibility</p:attrName>
                                        </p:attrNameLst>
                                      </p:cBhvr>
                                      <p:to>
                                        <p:strVal val="visible"/>
                                      </p:to>
                                    </p:set>
                                    <p:anim calcmode="lin" valueType="num">
                                      <p:cBhvr>
                                        <p:cTn id="64" dur="500" fill="hold"/>
                                        <p:tgtEl>
                                          <p:spTgt spid="18"/>
                                        </p:tgtEl>
                                        <p:attrNameLst>
                                          <p:attrName>ppt_w</p:attrName>
                                        </p:attrNameLst>
                                      </p:cBhvr>
                                      <p:tavLst>
                                        <p:tav tm="0">
                                          <p:val>
                                            <p:strVal val="0"/>
                                          </p:val>
                                        </p:tav>
                                        <p:tav tm="100000">
                                          <p:val>
                                            <p:strVal val="#ppt_w"/>
                                          </p:val>
                                        </p:tav>
                                      </p:tavLst>
                                    </p:anim>
                                    <p:anim calcmode="lin" valueType="num">
                                      <p:cBhvr>
                                        <p:cTn id="65" dur="500" fill="hold"/>
                                        <p:tgtEl>
                                          <p:spTgt spid="18"/>
                                        </p:tgtEl>
                                        <p:attrNameLst>
                                          <p:attrName>ppt_h</p:attrName>
                                        </p:attrNameLst>
                                      </p:cBhvr>
                                      <p:tavLst>
                                        <p:tav tm="0">
                                          <p:val>
                                            <p:strVal val="0"/>
                                          </p:val>
                                        </p:tav>
                                        <p:tav tm="100000">
                                          <p:val>
                                            <p:strVal val="#ppt_h"/>
                                          </p:val>
                                        </p:tav>
                                      </p:tavLst>
                                    </p:anim>
                                    <p:animEffect transition="in" filter="fade">
                                      <p:cBhvr>
                                        <p:cTn id="66" dur="500"/>
                                        <p:tgtEl>
                                          <p:spTgt spid="18"/>
                                        </p:tgtEl>
                                      </p:cBhvr>
                                    </p:animEffect>
                                  </p:childTnLst>
                                </p:cTn>
                              </p:par>
                              <p:par>
                                <p:cTn id="67" presetID="53" presetClass="entr" presetSubtype="16" fill="hold" nodeType="withEffect">
                                  <p:stCondLst>
                                    <p:cond delay="0"/>
                                  </p:stCondLst>
                                  <p:childTnLst>
                                    <p:set>
                                      <p:cBhvr>
                                        <p:cTn id="68" dur="1" fill="hold">
                                          <p:stCondLst>
                                            <p:cond delay="0"/>
                                          </p:stCondLst>
                                        </p:cTn>
                                        <p:tgtEl>
                                          <p:spTgt spid="19"/>
                                        </p:tgtEl>
                                        <p:attrNameLst>
                                          <p:attrName>style.visibility</p:attrName>
                                        </p:attrNameLst>
                                      </p:cBhvr>
                                      <p:to>
                                        <p:strVal val="visible"/>
                                      </p:to>
                                    </p:set>
                                    <p:anim calcmode="lin" valueType="num">
                                      <p:cBhvr>
                                        <p:cTn id="69" dur="500" fill="hold"/>
                                        <p:tgtEl>
                                          <p:spTgt spid="19"/>
                                        </p:tgtEl>
                                        <p:attrNameLst>
                                          <p:attrName>ppt_w</p:attrName>
                                        </p:attrNameLst>
                                      </p:cBhvr>
                                      <p:tavLst>
                                        <p:tav tm="0">
                                          <p:val>
                                            <p:strVal val="0"/>
                                          </p:val>
                                        </p:tav>
                                        <p:tav tm="100000">
                                          <p:val>
                                            <p:strVal val="#ppt_w"/>
                                          </p:val>
                                        </p:tav>
                                      </p:tavLst>
                                    </p:anim>
                                    <p:anim calcmode="lin" valueType="num">
                                      <p:cBhvr>
                                        <p:cTn id="70" dur="500" fill="hold"/>
                                        <p:tgtEl>
                                          <p:spTgt spid="19"/>
                                        </p:tgtEl>
                                        <p:attrNameLst>
                                          <p:attrName>ppt_h</p:attrName>
                                        </p:attrNameLst>
                                      </p:cBhvr>
                                      <p:tavLst>
                                        <p:tav tm="0">
                                          <p:val>
                                            <p:strVal val="0"/>
                                          </p:val>
                                        </p:tav>
                                        <p:tav tm="100000">
                                          <p:val>
                                            <p:strVal val="#ppt_h"/>
                                          </p:val>
                                        </p:tav>
                                      </p:tavLst>
                                    </p:anim>
                                    <p:animEffect transition="in" filter="fade">
                                      <p:cBhvr>
                                        <p:cTn id="71" dur="500"/>
                                        <p:tgtEl>
                                          <p:spTgt spid="19"/>
                                        </p:tgtEl>
                                      </p:cBhvr>
                                    </p:animEffect>
                                  </p:childTnLst>
                                </p:cTn>
                              </p:par>
                              <p:par>
                                <p:cTn id="72" presetID="53" presetClass="entr" presetSubtype="16" fill="hold" nodeType="withEffect">
                                  <p:stCondLst>
                                    <p:cond delay="0"/>
                                  </p:stCondLst>
                                  <p:childTnLst>
                                    <p:set>
                                      <p:cBhvr>
                                        <p:cTn id="73" dur="1" fill="hold">
                                          <p:stCondLst>
                                            <p:cond delay="0"/>
                                          </p:stCondLst>
                                        </p:cTn>
                                        <p:tgtEl>
                                          <p:spTgt spid="20"/>
                                        </p:tgtEl>
                                        <p:attrNameLst>
                                          <p:attrName>style.visibility</p:attrName>
                                        </p:attrNameLst>
                                      </p:cBhvr>
                                      <p:to>
                                        <p:strVal val="visible"/>
                                      </p:to>
                                    </p:set>
                                    <p:anim calcmode="lin" valueType="num">
                                      <p:cBhvr>
                                        <p:cTn id="74" dur="500" fill="hold"/>
                                        <p:tgtEl>
                                          <p:spTgt spid="20"/>
                                        </p:tgtEl>
                                        <p:attrNameLst>
                                          <p:attrName>ppt_w</p:attrName>
                                        </p:attrNameLst>
                                      </p:cBhvr>
                                      <p:tavLst>
                                        <p:tav tm="0">
                                          <p:val>
                                            <p:strVal val="0"/>
                                          </p:val>
                                        </p:tav>
                                        <p:tav tm="100000">
                                          <p:val>
                                            <p:strVal val="#ppt_w"/>
                                          </p:val>
                                        </p:tav>
                                      </p:tavLst>
                                    </p:anim>
                                    <p:anim calcmode="lin" valueType="num">
                                      <p:cBhvr>
                                        <p:cTn id="75" dur="500" fill="hold"/>
                                        <p:tgtEl>
                                          <p:spTgt spid="20"/>
                                        </p:tgtEl>
                                        <p:attrNameLst>
                                          <p:attrName>ppt_h</p:attrName>
                                        </p:attrNameLst>
                                      </p:cBhvr>
                                      <p:tavLst>
                                        <p:tav tm="0">
                                          <p:val>
                                            <p:strVal val="0"/>
                                          </p:val>
                                        </p:tav>
                                        <p:tav tm="100000">
                                          <p:val>
                                            <p:strVal val="#ppt_h"/>
                                          </p:val>
                                        </p:tav>
                                      </p:tavLst>
                                    </p:anim>
                                    <p:animEffect transition="in" filter="fade">
                                      <p:cBhvr>
                                        <p:cTn id="76" dur="500"/>
                                        <p:tgtEl>
                                          <p:spTgt spid="20"/>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p:cTn id="79" dur="500" fill="hold"/>
                                        <p:tgtEl>
                                          <p:spTgt spid="21"/>
                                        </p:tgtEl>
                                        <p:attrNameLst>
                                          <p:attrName>ppt_w</p:attrName>
                                        </p:attrNameLst>
                                      </p:cBhvr>
                                      <p:tavLst>
                                        <p:tav tm="0">
                                          <p:val>
                                            <p:strVal val="0"/>
                                          </p:val>
                                        </p:tav>
                                        <p:tav tm="100000">
                                          <p:val>
                                            <p:strVal val="#ppt_w"/>
                                          </p:val>
                                        </p:tav>
                                      </p:tavLst>
                                    </p:anim>
                                    <p:anim calcmode="lin" valueType="num">
                                      <p:cBhvr>
                                        <p:cTn id="80" dur="500" fill="hold"/>
                                        <p:tgtEl>
                                          <p:spTgt spid="21"/>
                                        </p:tgtEl>
                                        <p:attrNameLst>
                                          <p:attrName>ppt_h</p:attrName>
                                        </p:attrNameLst>
                                      </p:cBhvr>
                                      <p:tavLst>
                                        <p:tav tm="0">
                                          <p:val>
                                            <p:strVal val="0"/>
                                          </p:val>
                                        </p:tav>
                                        <p:tav tm="100000">
                                          <p:val>
                                            <p:strVal val="#ppt_h"/>
                                          </p:val>
                                        </p:tav>
                                      </p:tavLst>
                                    </p:anim>
                                    <p:animEffect transition="in" filter="fade">
                                      <p:cBhvr>
                                        <p:cTn id="81" dur="500"/>
                                        <p:tgtEl>
                                          <p:spTgt spid="21"/>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22"/>
                                        </p:tgtEl>
                                        <p:attrNameLst>
                                          <p:attrName>style.visibility</p:attrName>
                                        </p:attrNameLst>
                                      </p:cBhvr>
                                      <p:to>
                                        <p:strVal val="visible"/>
                                      </p:to>
                                    </p:set>
                                    <p:anim calcmode="lin" valueType="num">
                                      <p:cBhvr>
                                        <p:cTn id="84" dur="500" fill="hold"/>
                                        <p:tgtEl>
                                          <p:spTgt spid="22"/>
                                        </p:tgtEl>
                                        <p:attrNameLst>
                                          <p:attrName>ppt_w</p:attrName>
                                        </p:attrNameLst>
                                      </p:cBhvr>
                                      <p:tavLst>
                                        <p:tav tm="0">
                                          <p:val>
                                            <p:strVal val="0"/>
                                          </p:val>
                                        </p:tav>
                                        <p:tav tm="100000">
                                          <p:val>
                                            <p:strVal val="#ppt_w"/>
                                          </p:val>
                                        </p:tav>
                                      </p:tavLst>
                                    </p:anim>
                                    <p:anim calcmode="lin" valueType="num">
                                      <p:cBhvr>
                                        <p:cTn id="85" dur="500" fill="hold"/>
                                        <p:tgtEl>
                                          <p:spTgt spid="22"/>
                                        </p:tgtEl>
                                        <p:attrNameLst>
                                          <p:attrName>ppt_h</p:attrName>
                                        </p:attrNameLst>
                                      </p:cBhvr>
                                      <p:tavLst>
                                        <p:tav tm="0">
                                          <p:val>
                                            <p:strVal val="0"/>
                                          </p:val>
                                        </p:tav>
                                        <p:tav tm="100000">
                                          <p:val>
                                            <p:strVal val="#ppt_h"/>
                                          </p:val>
                                        </p:tav>
                                      </p:tavLst>
                                    </p:anim>
                                    <p:animEffect transition="in" filter="fade">
                                      <p:cBhvr>
                                        <p:cTn id="86" dur="500"/>
                                        <p:tgtEl>
                                          <p:spTgt spid="22"/>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grpId="0" nodeType="click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wipe(down)">
                                      <p:cBhvr>
                                        <p:cTn id="91" dur="500"/>
                                        <p:tgtEl>
                                          <p:spTgt spid="23"/>
                                        </p:tgtEl>
                                      </p:cBhvr>
                                    </p:animEffect>
                                  </p:childTnLst>
                                </p:cTn>
                              </p:par>
                              <p:par>
                                <p:cTn id="92" presetID="22" presetClass="entr" presetSubtype="4" fill="hold" nodeType="with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wipe(down)">
                                      <p:cBhvr>
                                        <p:cTn id="94" dur="500"/>
                                        <p:tgtEl>
                                          <p:spTgt spid="24"/>
                                        </p:tgtEl>
                                      </p:cBhvr>
                                    </p:animEffect>
                                  </p:childTnLst>
                                </p:cTn>
                              </p:par>
                              <p:par>
                                <p:cTn id="95" presetID="22" presetClass="entr" presetSubtype="4" fill="hold" grpId="0" nodeType="with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wipe(down)">
                                      <p:cBhvr>
                                        <p:cTn id="9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animBg="1"/>
      <p:bldP spid="8" grpId="0" animBg="1"/>
      <p:bldP spid="9" grpId="0"/>
      <p:bldP spid="10" grpId="0" animBg="1"/>
      <p:bldP spid="11" grpId="0" animBg="1"/>
      <p:bldP spid="12" grpId="0" animBg="1"/>
      <p:bldP spid="13" grpId="0"/>
      <p:bldP spid="16" grpId="0"/>
      <p:bldP spid="17" grpId="0"/>
      <p:bldP spid="18" grpId="0"/>
      <p:bldP spid="21" grpId="0"/>
      <p:bldP spid="22" grpId="0"/>
      <p:bldP spid="23" grpId="0"/>
      <p:bldP spid="25" grpId="0"/>
      <p:bldP spid="26"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32">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1FBE513-048E-5226-1F41-FD9CDDEB67DC}"/>
              </a:ext>
            </a:extLst>
          </p:cNvPr>
          <p:cNvSpPr/>
          <p:nvPr/>
        </p:nvSpPr>
        <p:spPr>
          <a:xfrm>
            <a:off x="140698" y="0"/>
            <a:ext cx="4330717" cy="646334"/>
          </a:xfrm>
          <a:prstGeom prst="rect">
            <a:avLst/>
          </a:prstGeom>
          <a:noFill/>
          <a:ln cap="flat">
            <a:noFill/>
            <a:prstDash val="solid"/>
          </a:ln>
        </p:spPr>
        <p:txBody>
          <a:bodyPr vert="horz" wrap="square" lIns="91440" tIns="45720" rIns="91440" bIns="45720" anchor="t" anchorCtr="1"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FOR THE ROUTE:-</a:t>
            </a:r>
            <a:endParaRPr lang="en-IN" sz="3600" b="1" i="0" u="none" strike="noStrike" kern="1200" cap="none" spc="0" baseline="0">
              <a:solidFill>
                <a:srgbClr val="262626"/>
              </a:solidFill>
              <a:effectLst>
                <a:outerShdw dist="38096" dir="2700000">
                  <a:srgbClr val="5B9BD5"/>
                </a:outerShdw>
              </a:effectLst>
              <a:uFillTx/>
              <a:latin typeface="Calibri"/>
            </a:endParaRPr>
          </a:p>
        </p:txBody>
      </p:sp>
      <p:pic>
        <p:nvPicPr>
          <p:cNvPr id="3" name="Picture 3" descr="A map of a city&#10;&#10;Description automatically generated with low confidence">
            <a:extLst>
              <a:ext uri="{FF2B5EF4-FFF2-40B4-BE49-F238E27FC236}">
                <a16:creationId xmlns:a16="http://schemas.microsoft.com/office/drawing/2014/main" id="{A130E52E-1B58-5884-8E7A-87B535898AAC}"/>
              </a:ext>
            </a:extLst>
          </p:cNvPr>
          <p:cNvPicPr>
            <a:picLocks noChangeAspect="1"/>
          </p:cNvPicPr>
          <p:nvPr/>
        </p:nvPicPr>
        <p:blipFill>
          <a:blip r:embed="rId2"/>
          <a:stretch>
            <a:fillRect/>
          </a:stretch>
        </p:blipFill>
        <p:spPr>
          <a:xfrm>
            <a:off x="503788" y="1453575"/>
            <a:ext cx="3449244" cy="2053641"/>
          </a:xfrm>
          <a:prstGeom prst="rect">
            <a:avLst/>
          </a:prstGeom>
          <a:noFill/>
          <a:ln cap="flat">
            <a:noFill/>
          </a:ln>
        </p:spPr>
      </p:pic>
      <p:sp>
        <p:nvSpPr>
          <p:cNvPr id="4" name="Arrow: Right 4">
            <a:extLst>
              <a:ext uri="{FF2B5EF4-FFF2-40B4-BE49-F238E27FC236}">
                <a16:creationId xmlns:a16="http://schemas.microsoft.com/office/drawing/2014/main" id="{1591BB04-7C1E-9E31-6390-A4D0B6B7ECC1}"/>
              </a:ext>
            </a:extLst>
          </p:cNvPr>
          <p:cNvSpPr/>
          <p:nvPr/>
        </p:nvSpPr>
        <p:spPr>
          <a:xfrm rot="20257026">
            <a:off x="4513498" y="2228912"/>
            <a:ext cx="637766" cy="433526"/>
          </a:xfrm>
          <a:custGeom>
            <a:avLst>
              <a:gd name="f0" fmla="val 14259"/>
              <a:gd name="f1" fmla="val 5400"/>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 f8 0 f7"/>
              <a:gd name="f15" fmla="pin 0 f0 21600"/>
              <a:gd name="f16" fmla="pin 0 f1 10800"/>
              <a:gd name="f17" fmla="*/ f10 f2 1"/>
              <a:gd name="f18" fmla="*/ f11 f2 1"/>
              <a:gd name="f19" fmla="val f15"/>
              <a:gd name="f20" fmla="val f16"/>
              <a:gd name="f21" fmla="*/ f14 1 21600"/>
              <a:gd name="f22" fmla="*/ f15 f12 1"/>
              <a:gd name="f23" fmla="*/ f16 f13 1"/>
              <a:gd name="f24" fmla="*/ f17 1 f4"/>
              <a:gd name="f25" fmla="*/ f18 1 f4"/>
              <a:gd name="f26" fmla="+- 21600 0 f20"/>
              <a:gd name="f27" fmla="+- 21600 0 f19"/>
              <a:gd name="f28" fmla="*/ 0 f21 1"/>
              <a:gd name="f29" fmla="*/ 21600 f21 1"/>
              <a:gd name="f30" fmla="*/ f20 f13 1"/>
              <a:gd name="f31" fmla="*/ f19 f12 1"/>
              <a:gd name="f32" fmla="+- f24 0 f3"/>
              <a:gd name="f33" fmla="+- f25 0 f3"/>
              <a:gd name="f34" fmla="*/ f27 f20 1"/>
              <a:gd name="f35" fmla="*/ f28 1 f21"/>
              <a:gd name="f36" fmla="*/ f29 1 f21"/>
              <a:gd name="f37" fmla="*/ f26 f13 1"/>
              <a:gd name="f38" fmla="*/ f34 1 10800"/>
              <a:gd name="f39" fmla="*/ f35 f12 1"/>
              <a:gd name="f40" fmla="*/ f35 f13 1"/>
              <a:gd name="f41" fmla="*/ f36 f13 1"/>
              <a:gd name="f42" fmla="+- f19 f38 0"/>
              <a:gd name="f43" fmla="*/ f42 f12 1"/>
            </a:gdLst>
            <a:ahLst>
              <a:ahXY gdRefX="f0" minX="f7" maxX="f8" gdRefY="f1" minY="f7" maxY="f9">
                <a:pos x="f22" y="f23"/>
              </a:ahXY>
            </a:ahLst>
            <a:cxnLst>
              <a:cxn ang="3cd4">
                <a:pos x="hc" y="t"/>
              </a:cxn>
              <a:cxn ang="0">
                <a:pos x="r" y="vc"/>
              </a:cxn>
              <a:cxn ang="cd4">
                <a:pos x="hc" y="b"/>
              </a:cxn>
              <a:cxn ang="cd2">
                <a:pos x="l" y="vc"/>
              </a:cxn>
              <a:cxn ang="f32">
                <a:pos x="f31" y="f40"/>
              </a:cxn>
              <a:cxn ang="f33">
                <a:pos x="f31" y="f41"/>
              </a:cxn>
            </a:cxnLst>
            <a:rect l="f39" t="f30" r="f43" b="f37"/>
            <a:pathLst>
              <a:path w="21600" h="21600">
                <a:moveTo>
                  <a:pt x="f7" y="f20"/>
                </a:moveTo>
                <a:lnTo>
                  <a:pt x="f19" y="f20"/>
                </a:lnTo>
                <a:lnTo>
                  <a:pt x="f19" y="f7"/>
                </a:lnTo>
                <a:lnTo>
                  <a:pt x="f8" y="f9"/>
                </a:lnTo>
                <a:lnTo>
                  <a:pt x="f19" y="f8"/>
                </a:lnTo>
                <a:lnTo>
                  <a:pt x="f19" y="f26"/>
                </a:lnTo>
                <a:lnTo>
                  <a:pt x="f7" y="f26"/>
                </a:lnTo>
                <a:close/>
              </a:path>
            </a:pathLst>
          </a:custGeom>
          <a:solidFill>
            <a:srgbClr val="4472C4"/>
          </a:solidFill>
          <a:ln w="12701" cap="flat">
            <a:solidFill>
              <a:srgbClr val="2F528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pic>
        <p:nvPicPr>
          <p:cNvPr id="5" name="Picture 6" descr="A picture containing screenshot, diagram&#10;&#10;Description automatically generated">
            <a:extLst>
              <a:ext uri="{FF2B5EF4-FFF2-40B4-BE49-F238E27FC236}">
                <a16:creationId xmlns:a16="http://schemas.microsoft.com/office/drawing/2014/main" id="{396C17D5-7D9C-4F83-3F1F-93A6A05CF0EF}"/>
              </a:ext>
            </a:extLst>
          </p:cNvPr>
          <p:cNvPicPr>
            <a:picLocks noChangeAspect="1"/>
          </p:cNvPicPr>
          <p:nvPr/>
        </p:nvPicPr>
        <p:blipFill>
          <a:blip r:embed="rId3"/>
          <a:stretch>
            <a:fillRect/>
          </a:stretch>
        </p:blipFill>
        <p:spPr>
          <a:xfrm>
            <a:off x="5874827" y="460711"/>
            <a:ext cx="5294247" cy="1465938"/>
          </a:xfrm>
          <a:prstGeom prst="rect">
            <a:avLst/>
          </a:prstGeom>
          <a:noFill/>
          <a:ln cap="flat">
            <a:noFill/>
          </a:ln>
        </p:spPr>
      </p:pic>
      <p:pic>
        <p:nvPicPr>
          <p:cNvPr id="6" name="Picture 8" descr="A picture containing line&#10;&#10;Description automatically generated">
            <a:extLst>
              <a:ext uri="{FF2B5EF4-FFF2-40B4-BE49-F238E27FC236}">
                <a16:creationId xmlns:a16="http://schemas.microsoft.com/office/drawing/2014/main" id="{8D87D2D5-580D-29F2-DD38-728F8C0461D0}"/>
              </a:ext>
            </a:extLst>
          </p:cNvPr>
          <p:cNvPicPr>
            <a:picLocks noChangeAspect="1"/>
          </p:cNvPicPr>
          <p:nvPr/>
        </p:nvPicPr>
        <p:blipFill>
          <a:blip r:embed="rId4"/>
          <a:stretch>
            <a:fillRect/>
          </a:stretch>
        </p:blipFill>
        <p:spPr>
          <a:xfrm>
            <a:off x="5874827" y="2134721"/>
            <a:ext cx="5294247" cy="1246135"/>
          </a:xfrm>
          <a:prstGeom prst="rect">
            <a:avLst/>
          </a:prstGeom>
          <a:noFill/>
          <a:ln cap="flat">
            <a:noFill/>
          </a:ln>
        </p:spPr>
      </p:pic>
      <p:sp>
        <p:nvSpPr>
          <p:cNvPr id="7" name="Arrow: Right 9">
            <a:extLst>
              <a:ext uri="{FF2B5EF4-FFF2-40B4-BE49-F238E27FC236}">
                <a16:creationId xmlns:a16="http://schemas.microsoft.com/office/drawing/2014/main" id="{57AED78F-7201-05E3-93D9-68547B787B58}"/>
              </a:ext>
            </a:extLst>
          </p:cNvPr>
          <p:cNvSpPr/>
          <p:nvPr/>
        </p:nvSpPr>
        <p:spPr>
          <a:xfrm rot="5400013">
            <a:off x="9108201" y="3696526"/>
            <a:ext cx="637766" cy="433526"/>
          </a:xfrm>
          <a:custGeom>
            <a:avLst>
              <a:gd name="f0" fmla="val 14259"/>
              <a:gd name="f1" fmla="val 5400"/>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 f8 0 f7"/>
              <a:gd name="f15" fmla="pin 0 f0 21600"/>
              <a:gd name="f16" fmla="pin 0 f1 10800"/>
              <a:gd name="f17" fmla="*/ f10 f2 1"/>
              <a:gd name="f18" fmla="*/ f11 f2 1"/>
              <a:gd name="f19" fmla="val f15"/>
              <a:gd name="f20" fmla="val f16"/>
              <a:gd name="f21" fmla="*/ f14 1 21600"/>
              <a:gd name="f22" fmla="*/ f15 f12 1"/>
              <a:gd name="f23" fmla="*/ f16 f13 1"/>
              <a:gd name="f24" fmla="*/ f17 1 f4"/>
              <a:gd name="f25" fmla="*/ f18 1 f4"/>
              <a:gd name="f26" fmla="+- 21600 0 f20"/>
              <a:gd name="f27" fmla="+- 21600 0 f19"/>
              <a:gd name="f28" fmla="*/ 0 f21 1"/>
              <a:gd name="f29" fmla="*/ 21600 f21 1"/>
              <a:gd name="f30" fmla="*/ f20 f13 1"/>
              <a:gd name="f31" fmla="*/ f19 f12 1"/>
              <a:gd name="f32" fmla="+- f24 0 f3"/>
              <a:gd name="f33" fmla="+- f25 0 f3"/>
              <a:gd name="f34" fmla="*/ f27 f20 1"/>
              <a:gd name="f35" fmla="*/ f28 1 f21"/>
              <a:gd name="f36" fmla="*/ f29 1 f21"/>
              <a:gd name="f37" fmla="*/ f26 f13 1"/>
              <a:gd name="f38" fmla="*/ f34 1 10800"/>
              <a:gd name="f39" fmla="*/ f35 f12 1"/>
              <a:gd name="f40" fmla="*/ f35 f13 1"/>
              <a:gd name="f41" fmla="*/ f36 f13 1"/>
              <a:gd name="f42" fmla="+- f19 f38 0"/>
              <a:gd name="f43" fmla="*/ f42 f12 1"/>
            </a:gdLst>
            <a:ahLst>
              <a:ahXY gdRefX="f0" minX="f7" maxX="f8" gdRefY="f1" minY="f7" maxY="f9">
                <a:pos x="f22" y="f23"/>
              </a:ahXY>
            </a:ahLst>
            <a:cxnLst>
              <a:cxn ang="3cd4">
                <a:pos x="hc" y="t"/>
              </a:cxn>
              <a:cxn ang="0">
                <a:pos x="r" y="vc"/>
              </a:cxn>
              <a:cxn ang="cd4">
                <a:pos x="hc" y="b"/>
              </a:cxn>
              <a:cxn ang="cd2">
                <a:pos x="l" y="vc"/>
              </a:cxn>
              <a:cxn ang="f32">
                <a:pos x="f31" y="f40"/>
              </a:cxn>
              <a:cxn ang="f33">
                <a:pos x="f31" y="f41"/>
              </a:cxn>
            </a:cxnLst>
            <a:rect l="f39" t="f30" r="f43" b="f37"/>
            <a:pathLst>
              <a:path w="21600" h="21600">
                <a:moveTo>
                  <a:pt x="f7" y="f20"/>
                </a:moveTo>
                <a:lnTo>
                  <a:pt x="f19" y="f20"/>
                </a:lnTo>
                <a:lnTo>
                  <a:pt x="f19" y="f7"/>
                </a:lnTo>
                <a:lnTo>
                  <a:pt x="f8" y="f9"/>
                </a:lnTo>
                <a:lnTo>
                  <a:pt x="f19" y="f8"/>
                </a:lnTo>
                <a:lnTo>
                  <a:pt x="f19" y="f26"/>
                </a:lnTo>
                <a:lnTo>
                  <a:pt x="f7" y="f26"/>
                </a:lnTo>
                <a:close/>
              </a:path>
            </a:pathLst>
          </a:custGeom>
          <a:solidFill>
            <a:srgbClr val="4472C4"/>
          </a:solidFill>
          <a:ln w="12701" cap="flat">
            <a:solidFill>
              <a:srgbClr val="2F528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pic>
        <p:nvPicPr>
          <p:cNvPr id="8" name="Immagine 14">
            <a:extLst>
              <a:ext uri="{FF2B5EF4-FFF2-40B4-BE49-F238E27FC236}">
                <a16:creationId xmlns:a16="http://schemas.microsoft.com/office/drawing/2014/main" id="{7431B33A-847B-4128-893E-BCE1C9005FC3}"/>
              </a:ext>
            </a:extLst>
          </p:cNvPr>
          <p:cNvPicPr>
            <a:picLocks noChangeAspect="1"/>
          </p:cNvPicPr>
          <p:nvPr/>
        </p:nvPicPr>
        <p:blipFill>
          <a:blip r:embed="rId5"/>
          <a:stretch>
            <a:fillRect/>
          </a:stretch>
        </p:blipFill>
        <p:spPr>
          <a:xfrm>
            <a:off x="8503791" y="4425933"/>
            <a:ext cx="1846658" cy="1846658"/>
          </a:xfrm>
          <a:prstGeom prst="rect">
            <a:avLst/>
          </a:prstGeom>
          <a:noFill/>
          <a:ln cap="flat">
            <a:noFill/>
          </a:ln>
        </p:spPr>
      </p:pic>
      <p:sp>
        <p:nvSpPr>
          <p:cNvPr id="9" name="Arrow: Right 11">
            <a:extLst>
              <a:ext uri="{FF2B5EF4-FFF2-40B4-BE49-F238E27FC236}">
                <a16:creationId xmlns:a16="http://schemas.microsoft.com/office/drawing/2014/main" id="{3DFFFBD6-C460-BEF0-3763-A765D26B9B42}"/>
              </a:ext>
            </a:extLst>
          </p:cNvPr>
          <p:cNvSpPr/>
          <p:nvPr/>
        </p:nvSpPr>
        <p:spPr>
          <a:xfrm rot="10799991">
            <a:off x="7122426" y="5050111"/>
            <a:ext cx="637766" cy="433526"/>
          </a:xfrm>
          <a:custGeom>
            <a:avLst>
              <a:gd name="f0" fmla="val 14259"/>
              <a:gd name="f1" fmla="val 5400"/>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 f8 0 f7"/>
              <a:gd name="f15" fmla="pin 0 f0 21600"/>
              <a:gd name="f16" fmla="pin 0 f1 10800"/>
              <a:gd name="f17" fmla="*/ f10 f2 1"/>
              <a:gd name="f18" fmla="*/ f11 f2 1"/>
              <a:gd name="f19" fmla="val f15"/>
              <a:gd name="f20" fmla="val f16"/>
              <a:gd name="f21" fmla="*/ f14 1 21600"/>
              <a:gd name="f22" fmla="*/ f15 f12 1"/>
              <a:gd name="f23" fmla="*/ f16 f13 1"/>
              <a:gd name="f24" fmla="*/ f17 1 f4"/>
              <a:gd name="f25" fmla="*/ f18 1 f4"/>
              <a:gd name="f26" fmla="+- 21600 0 f20"/>
              <a:gd name="f27" fmla="+- 21600 0 f19"/>
              <a:gd name="f28" fmla="*/ 0 f21 1"/>
              <a:gd name="f29" fmla="*/ 21600 f21 1"/>
              <a:gd name="f30" fmla="*/ f20 f13 1"/>
              <a:gd name="f31" fmla="*/ f19 f12 1"/>
              <a:gd name="f32" fmla="+- f24 0 f3"/>
              <a:gd name="f33" fmla="+- f25 0 f3"/>
              <a:gd name="f34" fmla="*/ f27 f20 1"/>
              <a:gd name="f35" fmla="*/ f28 1 f21"/>
              <a:gd name="f36" fmla="*/ f29 1 f21"/>
              <a:gd name="f37" fmla="*/ f26 f13 1"/>
              <a:gd name="f38" fmla="*/ f34 1 10800"/>
              <a:gd name="f39" fmla="*/ f35 f12 1"/>
              <a:gd name="f40" fmla="*/ f35 f13 1"/>
              <a:gd name="f41" fmla="*/ f36 f13 1"/>
              <a:gd name="f42" fmla="+- f19 f38 0"/>
              <a:gd name="f43" fmla="*/ f42 f12 1"/>
            </a:gdLst>
            <a:ahLst>
              <a:ahXY gdRefX="f0" minX="f7" maxX="f8" gdRefY="f1" minY="f7" maxY="f9">
                <a:pos x="f22" y="f23"/>
              </a:ahXY>
            </a:ahLst>
            <a:cxnLst>
              <a:cxn ang="3cd4">
                <a:pos x="hc" y="t"/>
              </a:cxn>
              <a:cxn ang="0">
                <a:pos x="r" y="vc"/>
              </a:cxn>
              <a:cxn ang="cd4">
                <a:pos x="hc" y="b"/>
              </a:cxn>
              <a:cxn ang="cd2">
                <a:pos x="l" y="vc"/>
              </a:cxn>
              <a:cxn ang="f32">
                <a:pos x="f31" y="f40"/>
              </a:cxn>
              <a:cxn ang="f33">
                <a:pos x="f31" y="f41"/>
              </a:cxn>
            </a:cxnLst>
            <a:rect l="f39" t="f30" r="f43" b="f37"/>
            <a:pathLst>
              <a:path w="21600" h="21600">
                <a:moveTo>
                  <a:pt x="f7" y="f20"/>
                </a:moveTo>
                <a:lnTo>
                  <a:pt x="f19" y="f20"/>
                </a:lnTo>
                <a:lnTo>
                  <a:pt x="f19" y="f7"/>
                </a:lnTo>
                <a:lnTo>
                  <a:pt x="f8" y="f9"/>
                </a:lnTo>
                <a:lnTo>
                  <a:pt x="f19" y="f8"/>
                </a:lnTo>
                <a:lnTo>
                  <a:pt x="f19" y="f26"/>
                </a:lnTo>
                <a:lnTo>
                  <a:pt x="f7" y="f26"/>
                </a:lnTo>
                <a:close/>
              </a:path>
            </a:pathLst>
          </a:custGeom>
          <a:solidFill>
            <a:srgbClr val="4472C4"/>
          </a:solidFill>
          <a:ln w="12701" cap="flat">
            <a:solidFill>
              <a:srgbClr val="2F528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pic>
        <p:nvPicPr>
          <p:cNvPr id="10" name="Immagine 18">
            <a:extLst>
              <a:ext uri="{FF2B5EF4-FFF2-40B4-BE49-F238E27FC236}">
                <a16:creationId xmlns:a16="http://schemas.microsoft.com/office/drawing/2014/main" id="{9164393D-29B6-7369-E986-AF39A7689FC5}"/>
              </a:ext>
            </a:extLst>
          </p:cNvPr>
          <p:cNvPicPr>
            <a:picLocks noChangeAspect="1"/>
          </p:cNvPicPr>
          <p:nvPr/>
        </p:nvPicPr>
        <p:blipFill>
          <a:blip r:embed="rId6"/>
          <a:stretch>
            <a:fillRect/>
          </a:stretch>
        </p:blipFill>
        <p:spPr>
          <a:xfrm>
            <a:off x="5092503" y="4580174"/>
            <a:ext cx="1528337" cy="1373593"/>
          </a:xfrm>
          <a:prstGeom prst="rect">
            <a:avLst/>
          </a:prstGeom>
          <a:noFill/>
          <a:ln cap="flat">
            <a:noFill/>
          </a:ln>
        </p:spPr>
      </p:pic>
      <p:sp>
        <p:nvSpPr>
          <p:cNvPr id="11" name="Arrow: Right 15">
            <a:extLst>
              <a:ext uri="{FF2B5EF4-FFF2-40B4-BE49-F238E27FC236}">
                <a16:creationId xmlns:a16="http://schemas.microsoft.com/office/drawing/2014/main" id="{C49B6CFB-DA5E-74D3-1648-1DD3FA08087F}"/>
              </a:ext>
            </a:extLst>
          </p:cNvPr>
          <p:cNvSpPr/>
          <p:nvPr/>
        </p:nvSpPr>
        <p:spPr>
          <a:xfrm rot="10799991">
            <a:off x="3952932" y="5077571"/>
            <a:ext cx="637766" cy="433526"/>
          </a:xfrm>
          <a:custGeom>
            <a:avLst>
              <a:gd name="f0" fmla="val 14259"/>
              <a:gd name="f1" fmla="val 5400"/>
            </a:avLst>
            <a:gdLst>
              <a:gd name="f2" fmla="val 10800000"/>
              <a:gd name="f3" fmla="val 5400000"/>
              <a:gd name="f4" fmla="val 180"/>
              <a:gd name="f5" fmla="val w"/>
              <a:gd name="f6" fmla="val h"/>
              <a:gd name="f7" fmla="val 0"/>
              <a:gd name="f8" fmla="val 21600"/>
              <a:gd name="f9" fmla="val 10800"/>
              <a:gd name="f10" fmla="+- 0 0 0"/>
              <a:gd name="f11" fmla="+- 0 0 180"/>
              <a:gd name="f12" fmla="*/ f5 1 21600"/>
              <a:gd name="f13" fmla="*/ f6 1 21600"/>
              <a:gd name="f14" fmla="+- f8 0 f7"/>
              <a:gd name="f15" fmla="pin 0 f0 21600"/>
              <a:gd name="f16" fmla="pin 0 f1 10800"/>
              <a:gd name="f17" fmla="*/ f10 f2 1"/>
              <a:gd name="f18" fmla="*/ f11 f2 1"/>
              <a:gd name="f19" fmla="val f15"/>
              <a:gd name="f20" fmla="val f16"/>
              <a:gd name="f21" fmla="*/ f14 1 21600"/>
              <a:gd name="f22" fmla="*/ f15 f12 1"/>
              <a:gd name="f23" fmla="*/ f16 f13 1"/>
              <a:gd name="f24" fmla="*/ f17 1 f4"/>
              <a:gd name="f25" fmla="*/ f18 1 f4"/>
              <a:gd name="f26" fmla="+- 21600 0 f20"/>
              <a:gd name="f27" fmla="+- 21600 0 f19"/>
              <a:gd name="f28" fmla="*/ 0 f21 1"/>
              <a:gd name="f29" fmla="*/ 21600 f21 1"/>
              <a:gd name="f30" fmla="*/ f20 f13 1"/>
              <a:gd name="f31" fmla="*/ f19 f12 1"/>
              <a:gd name="f32" fmla="+- f24 0 f3"/>
              <a:gd name="f33" fmla="+- f25 0 f3"/>
              <a:gd name="f34" fmla="*/ f27 f20 1"/>
              <a:gd name="f35" fmla="*/ f28 1 f21"/>
              <a:gd name="f36" fmla="*/ f29 1 f21"/>
              <a:gd name="f37" fmla="*/ f26 f13 1"/>
              <a:gd name="f38" fmla="*/ f34 1 10800"/>
              <a:gd name="f39" fmla="*/ f35 f12 1"/>
              <a:gd name="f40" fmla="*/ f35 f13 1"/>
              <a:gd name="f41" fmla="*/ f36 f13 1"/>
              <a:gd name="f42" fmla="+- f19 f38 0"/>
              <a:gd name="f43" fmla="*/ f42 f12 1"/>
            </a:gdLst>
            <a:ahLst>
              <a:ahXY gdRefX="f0" minX="f7" maxX="f8" gdRefY="f1" minY="f7" maxY="f9">
                <a:pos x="f22" y="f23"/>
              </a:ahXY>
            </a:ahLst>
            <a:cxnLst>
              <a:cxn ang="3cd4">
                <a:pos x="hc" y="t"/>
              </a:cxn>
              <a:cxn ang="0">
                <a:pos x="r" y="vc"/>
              </a:cxn>
              <a:cxn ang="cd4">
                <a:pos x="hc" y="b"/>
              </a:cxn>
              <a:cxn ang="cd2">
                <a:pos x="l" y="vc"/>
              </a:cxn>
              <a:cxn ang="f32">
                <a:pos x="f31" y="f40"/>
              </a:cxn>
              <a:cxn ang="f33">
                <a:pos x="f31" y="f41"/>
              </a:cxn>
            </a:cxnLst>
            <a:rect l="f39" t="f30" r="f43" b="f37"/>
            <a:pathLst>
              <a:path w="21600" h="21600">
                <a:moveTo>
                  <a:pt x="f7" y="f20"/>
                </a:moveTo>
                <a:lnTo>
                  <a:pt x="f19" y="f20"/>
                </a:lnTo>
                <a:lnTo>
                  <a:pt x="f19" y="f7"/>
                </a:lnTo>
                <a:lnTo>
                  <a:pt x="f8" y="f9"/>
                </a:lnTo>
                <a:lnTo>
                  <a:pt x="f19" y="f8"/>
                </a:lnTo>
                <a:lnTo>
                  <a:pt x="f19" y="f26"/>
                </a:lnTo>
                <a:lnTo>
                  <a:pt x="f7" y="f26"/>
                </a:lnTo>
                <a:close/>
              </a:path>
            </a:pathLst>
          </a:custGeom>
          <a:solidFill>
            <a:srgbClr val="4472C4"/>
          </a:solidFill>
          <a:ln w="12701" cap="flat">
            <a:solidFill>
              <a:srgbClr val="2F528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pic>
        <p:nvPicPr>
          <p:cNvPr id="12" name="Immagine 22">
            <a:extLst>
              <a:ext uri="{FF2B5EF4-FFF2-40B4-BE49-F238E27FC236}">
                <a16:creationId xmlns:a16="http://schemas.microsoft.com/office/drawing/2014/main" id="{FDE6953E-5015-2E26-9D92-BB6E3306D24A}"/>
              </a:ext>
            </a:extLst>
          </p:cNvPr>
          <p:cNvPicPr>
            <a:picLocks noChangeAspect="1"/>
          </p:cNvPicPr>
          <p:nvPr/>
        </p:nvPicPr>
        <p:blipFill>
          <a:blip r:embed="rId7"/>
          <a:srcRect b="15333"/>
          <a:stretch>
            <a:fillRect/>
          </a:stretch>
        </p:blipFill>
        <p:spPr>
          <a:xfrm>
            <a:off x="1629789" y="4749219"/>
            <a:ext cx="1486028" cy="1090422"/>
          </a:xfrm>
          <a:prstGeom prst="rect">
            <a:avLst/>
          </a:prstGeom>
          <a:noFill/>
          <a:ln cap="flat">
            <a:noFill/>
          </a:ln>
        </p:spPr>
      </p:pic>
      <p:pic>
        <p:nvPicPr>
          <p:cNvPr id="13" name="Immagine 9">
            <a:extLst>
              <a:ext uri="{FF2B5EF4-FFF2-40B4-BE49-F238E27FC236}">
                <a16:creationId xmlns:a16="http://schemas.microsoft.com/office/drawing/2014/main" id="{62CC0AAF-1C9C-ACEA-0F2E-2D2E9994D867}"/>
              </a:ext>
            </a:extLst>
          </p:cNvPr>
          <p:cNvPicPr>
            <a:picLocks noChangeAspect="1"/>
          </p:cNvPicPr>
          <p:nvPr/>
        </p:nvPicPr>
        <p:blipFill>
          <a:blip r:embed="rId8"/>
          <a:stretch>
            <a:fillRect/>
          </a:stretch>
        </p:blipFill>
        <p:spPr>
          <a:xfrm>
            <a:off x="261280" y="837096"/>
            <a:ext cx="3934270" cy="560280"/>
          </a:xfrm>
          <a:prstGeom prst="rect">
            <a:avLst/>
          </a:prstGeom>
          <a:noFill/>
          <a:ln cap="flat">
            <a:noFill/>
          </a:ln>
        </p:spPr>
      </p:pic>
      <p:sp>
        <p:nvSpPr>
          <p:cNvPr id="14" name="TextBox 21">
            <a:extLst>
              <a:ext uri="{FF2B5EF4-FFF2-40B4-BE49-F238E27FC236}">
                <a16:creationId xmlns:a16="http://schemas.microsoft.com/office/drawing/2014/main" id="{A2852A20-063B-A844-31EE-B8F5696C66E7}"/>
              </a:ext>
            </a:extLst>
          </p:cNvPr>
          <p:cNvSpPr txBox="1"/>
          <p:nvPr/>
        </p:nvSpPr>
        <p:spPr>
          <a:xfrm>
            <a:off x="140698" y="3594369"/>
            <a:ext cx="5373133"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70C0"/>
                </a:solidFill>
                <a:uFillTx/>
                <a:latin typeface="Calibri"/>
              </a:rPr>
              <a:t>https://www.plotaroute.com/route/2236019?units=km</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circle(in)">
                                      <p:cBhvr>
                                        <p:cTn id="12" dur="2000"/>
                                        <p:tgtEl>
                                          <p:spTgt spid="13"/>
                                        </p:tgtEl>
                                      </p:cBhvr>
                                    </p:animEffect>
                                  </p:childTnLst>
                                </p:cTn>
                              </p:par>
                              <p:par>
                                <p:cTn id="13" presetID="6" presetClass="entr" presetSubtype="16"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circle(in)">
                                      <p:cBhvr>
                                        <p:cTn id="15" dur="2000"/>
                                        <p:tgtEl>
                                          <p:spTgt spid="3"/>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circle(in)">
                                      <p:cBhvr>
                                        <p:cTn id="18" dur="20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heel(1)">
                                      <p:cBhvr>
                                        <p:cTn id="23" dur="2000"/>
                                        <p:tgtEl>
                                          <p:spTgt spid="4"/>
                                        </p:tgtEl>
                                      </p:cBhvr>
                                    </p:animEffect>
                                  </p:childTnLst>
                                </p:cTn>
                              </p:par>
                              <p:par>
                                <p:cTn id="24" presetID="21" presetClass="entr" presetSubtype="1"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heel(1)">
                                      <p:cBhvr>
                                        <p:cTn id="26" dur="2000"/>
                                        <p:tgtEl>
                                          <p:spTgt spid="5"/>
                                        </p:tgtEl>
                                      </p:cBhvr>
                                    </p:animEffect>
                                  </p:childTnLst>
                                </p:cTn>
                              </p:par>
                              <p:par>
                                <p:cTn id="27" presetID="21" presetClass="entr" presetSubtype="1" fill="hold"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heel(1)">
                                      <p:cBhvr>
                                        <p:cTn id="29" dur="20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arn(inVertical)">
                                      <p:cBhvr>
                                        <p:cTn id="34" dur="500"/>
                                        <p:tgtEl>
                                          <p:spTgt spid="7"/>
                                        </p:tgtEl>
                                      </p:cBhvr>
                                    </p:animEffect>
                                  </p:childTnLst>
                                </p:cTn>
                              </p:par>
                              <p:par>
                                <p:cTn id="35" presetID="16" presetClass="entr" presetSubtype="21" fill="hold"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arn(inVertic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down)">
                                      <p:cBhvr>
                                        <p:cTn id="42" dur="500"/>
                                        <p:tgtEl>
                                          <p:spTgt spid="9"/>
                                        </p:tgtEl>
                                      </p:cBhvr>
                                    </p:animEffect>
                                  </p:childTnLst>
                                </p:cTn>
                              </p:par>
                              <p:par>
                                <p:cTn id="43" presetID="22" presetClass="entr" presetSubtype="4" fill="hold"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down)">
                                      <p:cBhvr>
                                        <p:cTn id="45" dur="5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p:cTn id="50" dur="500" fill="hold"/>
                                        <p:tgtEl>
                                          <p:spTgt spid="11"/>
                                        </p:tgtEl>
                                        <p:attrNameLst>
                                          <p:attrName>ppt_x</p:attrName>
                                        </p:attrNameLst>
                                      </p:cBhvr>
                                      <p:tavLst>
                                        <p:tav tm="0">
                                          <p:val>
                                            <p:strVal val="#ppt_x"/>
                                          </p:val>
                                        </p:tav>
                                        <p:tav tm="100000">
                                          <p:val>
                                            <p:strVal val="#ppt_x"/>
                                          </p:val>
                                        </p:tav>
                                      </p:tavLst>
                                    </p:anim>
                                    <p:anim calcmode="lin" valueType="num">
                                      <p:cBhvr>
                                        <p:cTn id="51" dur="500" fill="hold"/>
                                        <p:tgtEl>
                                          <p:spTgt spid="11"/>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12"/>
                                        </p:tgtEl>
                                        <p:attrNameLst>
                                          <p:attrName>style.visibility</p:attrName>
                                        </p:attrNameLst>
                                      </p:cBhvr>
                                      <p:to>
                                        <p:strVal val="visible"/>
                                      </p:to>
                                    </p:set>
                                    <p:anim calcmode="lin" valueType="num">
                                      <p:cBhvr>
                                        <p:cTn id="54" dur="500" fill="hold"/>
                                        <p:tgtEl>
                                          <p:spTgt spid="12"/>
                                        </p:tgtEl>
                                        <p:attrNameLst>
                                          <p:attrName>ppt_x</p:attrName>
                                        </p:attrNameLst>
                                      </p:cBhvr>
                                      <p:tavLst>
                                        <p:tav tm="0">
                                          <p:val>
                                            <p:strVal val="#ppt_x"/>
                                          </p:val>
                                        </p:tav>
                                        <p:tav tm="100000">
                                          <p:val>
                                            <p:strVal val="#ppt_x"/>
                                          </p:val>
                                        </p:tav>
                                      </p:tavLst>
                                    </p:anim>
                                    <p:anim calcmode="lin" valueType="num">
                                      <p:cBhvr>
                                        <p:cTn id="5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7" grpId="0" animBg="1"/>
      <p:bldP spid="9" grpId="0" animBg="1"/>
      <p:bldP spid="11" grpId="0" animBg="1"/>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24">
    <p:spTree>
      <p:nvGrpSpPr>
        <p:cNvPr id="1" name=""/>
        <p:cNvGrpSpPr/>
        <p:nvPr/>
      </p:nvGrpSpPr>
      <p:grpSpPr>
        <a:xfrm>
          <a:off x="0" y="0"/>
          <a:ext cx="0" cy="0"/>
          <a:chOff x="0" y="0"/>
          <a:chExt cx="0" cy="0"/>
        </a:xfrm>
      </p:grpSpPr>
      <p:sp>
        <p:nvSpPr>
          <p:cNvPr id="2" name="TextBox 8">
            <a:extLst>
              <a:ext uri="{FF2B5EF4-FFF2-40B4-BE49-F238E27FC236}">
                <a16:creationId xmlns:a16="http://schemas.microsoft.com/office/drawing/2014/main" id="{DD1BF7B2-9DC1-C9D6-F62D-08ED8DEA465A}"/>
              </a:ext>
            </a:extLst>
          </p:cNvPr>
          <p:cNvSpPr txBox="1"/>
          <p:nvPr/>
        </p:nvSpPr>
        <p:spPr>
          <a:xfrm>
            <a:off x="379411" y="1685540"/>
            <a:ext cx="11430000" cy="8956301"/>
          </a:xfrm>
          <a:prstGeom prst="rect">
            <a:avLst/>
          </a:prstGeom>
          <a:noFill/>
          <a:ln cap="flat">
            <a:noFill/>
          </a:ln>
        </p:spPr>
        <p:txBody>
          <a:bodyPr vert="horz" wrap="square" lIns="91440" tIns="45720" rIns="91440" bIns="45720" anchor="t" anchorCtr="0" compatLnSpc="1">
            <a:spAutoFit/>
          </a:bodyPr>
          <a:lstStyle/>
          <a:p>
            <a:pPr marL="342900" marR="0" lvl="0" indent="-342900" algn="l" defTabSz="1218986"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400" b="1" i="0" u="sng" strike="noStrike" kern="1200" cap="none" spc="0" baseline="0">
                <a:solidFill>
                  <a:srgbClr val="374C81"/>
                </a:solidFill>
                <a:effectLst>
                  <a:outerShdw dist="38096" dir="2700000">
                    <a:srgbClr val="000000"/>
                  </a:outerShdw>
                </a:effectLst>
                <a:uFillTx/>
                <a:latin typeface="Century Gothic"/>
              </a:rPr>
              <a:t>EGO VEHICLE</a:t>
            </a:r>
            <a:r>
              <a:rPr lang="en-US" sz="2400" b="1" i="0" u="none" strike="noStrike" kern="1200" cap="none" spc="0" baseline="0">
                <a:solidFill>
                  <a:srgbClr val="374C81"/>
                </a:solidFill>
                <a:effectLst>
                  <a:outerShdw dist="38096" dir="2700000">
                    <a:srgbClr val="000000"/>
                  </a:outerShdw>
                </a:effectLst>
                <a:uFillTx/>
                <a:latin typeface="Century Gothic"/>
              </a:rPr>
              <a:t>:</a:t>
            </a:r>
            <a:r>
              <a:rPr lang="en-US" sz="2400" b="0" i="0" u="none" strike="noStrike" kern="1200" cap="none" spc="0" baseline="0">
                <a:solidFill>
                  <a:srgbClr val="374C81"/>
                </a:solidFill>
                <a:uFillTx/>
                <a:latin typeface="Century Gothic"/>
              </a:rPr>
              <a:t> An ego vehicle is an autonomous vehicle equipped with sensors and control systems to navigate and operate in its environment.</a:t>
            </a:r>
          </a:p>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374C81"/>
              </a:solidFill>
              <a:uFillTx/>
              <a:latin typeface="Century Gothic"/>
            </a:endParaRPr>
          </a:p>
          <a:p>
            <a:pPr marL="342900" marR="0" lvl="0" indent="-342900" algn="l" defTabSz="1218986"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400" b="1" i="0" u="sng" strike="noStrike" kern="1200" cap="none" spc="0" baseline="0">
                <a:solidFill>
                  <a:srgbClr val="374C81"/>
                </a:solidFill>
                <a:effectLst>
                  <a:outerShdw dist="38096" dir="2700000">
                    <a:srgbClr val="000000"/>
                  </a:outerShdw>
                </a:effectLst>
                <a:uFillTx/>
                <a:latin typeface="Century Gothic"/>
              </a:rPr>
              <a:t>LEADER VEHICLE</a:t>
            </a:r>
            <a:r>
              <a:rPr lang="en-US" sz="2400" b="1" i="0" u="none" strike="noStrike" kern="1200" cap="none" spc="0" baseline="0">
                <a:solidFill>
                  <a:srgbClr val="374C81"/>
                </a:solidFill>
                <a:effectLst>
                  <a:outerShdw dist="38096" dir="2700000">
                    <a:srgbClr val="000000"/>
                  </a:outerShdw>
                </a:effectLst>
                <a:uFillTx/>
                <a:latin typeface="Century Gothic"/>
              </a:rPr>
              <a:t>: </a:t>
            </a:r>
            <a:r>
              <a:rPr lang="en-US" sz="2400" b="0" i="0" u="none" strike="noStrike" kern="1200" cap="none" spc="0" baseline="0">
                <a:solidFill>
                  <a:srgbClr val="374C81"/>
                </a:solidFill>
                <a:uFillTx/>
                <a:latin typeface="Century Gothic"/>
              </a:rPr>
              <a:t>A leader vehicle is a vehicle that sets the behavior and trajectory for other vehicles to follow or emulate in a coordinated manner.</a:t>
            </a:r>
          </a:p>
          <a:p>
            <a:pPr marL="342900" marR="0" lvl="0" indent="-342900" algn="l" defTabSz="1218986"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endParaRPr lang="en-US" sz="2400" b="0" i="0" u="none" strike="noStrike" kern="1200" cap="none" spc="0" baseline="0">
              <a:solidFill>
                <a:srgbClr val="374C81"/>
              </a:solidFill>
              <a:uFillTx/>
              <a:latin typeface="Century Gothic"/>
            </a:endParaRPr>
          </a:p>
          <a:p>
            <a:pPr marL="342900" marR="0" lvl="0" indent="-342900" algn="l" defTabSz="1218986"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400" b="1" i="0" u="sng" strike="noStrike" kern="1200" cap="none" spc="0" baseline="0">
                <a:solidFill>
                  <a:srgbClr val="374C81"/>
                </a:solidFill>
                <a:effectLst>
                  <a:outerShdw dist="38096" dir="2700000">
                    <a:srgbClr val="000000"/>
                  </a:outerShdw>
                </a:effectLst>
                <a:uFillTx/>
                <a:latin typeface="Century Gothic"/>
              </a:rPr>
              <a:t>CONTROLLER</a:t>
            </a:r>
            <a:r>
              <a:rPr lang="en-US" sz="2400" b="1" i="0" u="none" strike="noStrike" kern="1200" cap="none" spc="0" baseline="0">
                <a:solidFill>
                  <a:srgbClr val="374C81"/>
                </a:solidFill>
                <a:effectLst>
                  <a:outerShdw dist="38096" dir="2700000">
                    <a:srgbClr val="000000"/>
                  </a:outerShdw>
                </a:effectLst>
                <a:uFillTx/>
                <a:latin typeface="Century Gothic"/>
              </a:rPr>
              <a:t>: </a:t>
            </a:r>
            <a:r>
              <a:rPr lang="en-US" sz="2400" b="0" i="0" u="none" strike="noStrike" kern="1200" cap="none" spc="0" baseline="0">
                <a:solidFill>
                  <a:srgbClr val="374C81"/>
                </a:solidFill>
                <a:uFillTx/>
                <a:latin typeface="Century Gothic"/>
              </a:rPr>
              <a:t>In the context of autonomous driving, a controller is a software or hardware component that utilizes algorithms and sensors to make decisions and control the movements of a vehicle. It manages the acceleration, braking, and steering actions of the vehicle to navigate and interact with the environment. </a:t>
            </a:r>
          </a:p>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374C81"/>
              </a:solidFill>
              <a:uFillTx/>
              <a:latin typeface="Century Gothic"/>
            </a:endParaRPr>
          </a:p>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374C81"/>
              </a:solidFill>
              <a:uFillTx/>
              <a:latin typeface="Century Gothic"/>
            </a:endParaRPr>
          </a:p>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374C81"/>
              </a:solidFill>
              <a:uFillTx/>
              <a:latin typeface="Century Gothic"/>
            </a:endParaRPr>
          </a:p>
          <a:p>
            <a:pPr marL="342900" marR="0" lvl="0" indent="-342900" algn="l" defTabSz="1218986"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endParaRPr lang="en-US" sz="2400" b="0" i="0" u="none" strike="noStrike" kern="1200" cap="none" spc="0" baseline="0">
              <a:solidFill>
                <a:srgbClr val="374C81"/>
              </a:solidFill>
              <a:uFillTx/>
              <a:latin typeface="Century Gothic"/>
            </a:endParaRPr>
          </a:p>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374C81"/>
              </a:solidFill>
              <a:uFillTx/>
              <a:latin typeface="Century Gothic"/>
            </a:endParaRPr>
          </a:p>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374C81"/>
              </a:solidFill>
              <a:uFillTx/>
              <a:latin typeface="Century Gothic"/>
            </a:endParaRPr>
          </a:p>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374C81"/>
              </a:solidFill>
              <a:uFillTx/>
              <a:latin typeface="Century Gothic"/>
            </a:endParaRPr>
          </a:p>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374C81"/>
              </a:solidFill>
              <a:uFillTx/>
              <a:latin typeface="Century Gothic"/>
            </a:endParaRPr>
          </a:p>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374C81"/>
              </a:solidFill>
              <a:uFillTx/>
              <a:latin typeface="Century Gothic"/>
            </a:endParaRPr>
          </a:p>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374C81"/>
              </a:solidFill>
              <a:uFillTx/>
              <a:latin typeface="Century Gothic"/>
            </a:endParaRPr>
          </a:p>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2400" b="0" i="0" u="none" strike="noStrike" kern="1200" cap="none" spc="0" baseline="0">
              <a:solidFill>
                <a:srgbClr val="374C81"/>
              </a:solidFill>
              <a:uFillTx/>
              <a:latin typeface="Century Gothic"/>
            </a:endParaRPr>
          </a:p>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2400" b="0" i="0" u="none" strike="noStrike" kern="1200" cap="none" spc="0" baseline="0">
              <a:solidFill>
                <a:srgbClr val="374C81"/>
              </a:solidFill>
              <a:uFillTx/>
              <a:latin typeface="Century Gothic"/>
            </a:endParaRPr>
          </a:p>
        </p:txBody>
      </p:sp>
      <p:sp>
        <p:nvSpPr>
          <p:cNvPr id="3" name="Rectangle 3">
            <a:extLst>
              <a:ext uri="{FF2B5EF4-FFF2-40B4-BE49-F238E27FC236}">
                <a16:creationId xmlns:a16="http://schemas.microsoft.com/office/drawing/2014/main" id="{F728ED9E-433C-4091-F58E-7AC80C5A031C}"/>
              </a:ext>
            </a:extLst>
          </p:cNvPr>
          <p:cNvSpPr/>
          <p:nvPr/>
        </p:nvSpPr>
        <p:spPr>
          <a:xfrm>
            <a:off x="0" y="0"/>
            <a:ext cx="12188823" cy="1200332"/>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BASIC INFORMATION ABOUT EGO VEHICLE, LEADING VEHICLE AND CONTROLLER</a:t>
            </a:r>
            <a:r>
              <a:rPr lang="en-US" sz="3600" b="1" i="0" u="none" strike="noStrike" kern="1200" cap="none" spc="0" baseline="0">
                <a:solidFill>
                  <a:srgbClr val="262626"/>
                </a:solidFill>
                <a:effectLst>
                  <a:outerShdw dist="38096" dir="2700000">
                    <a:srgbClr val="5B9BD5"/>
                  </a:outerShdw>
                </a:effectLst>
                <a:uFillTx/>
                <a:latin typeface="Times New Roman" pitchFamily="18"/>
                <a:cs typeface="Times New Roman" pitchFamily="18"/>
              </a:rPr>
              <a:t>:-</a:t>
            </a:r>
            <a:endParaRPr lang="en-IN" sz="3600" b="1" i="0" u="none" strike="noStrike" kern="1200" cap="none" spc="0" baseline="0">
              <a:solidFill>
                <a:srgbClr val="262626"/>
              </a:solidFill>
              <a:effectLst>
                <a:outerShdw dist="38096" dir="2700000">
                  <a:srgbClr val="5B9BD5"/>
                </a:outerShdw>
              </a:effectLst>
              <a:uFillTx/>
              <a:latin typeface="Calibri"/>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circle(in)">
                                      <p:cBhvr>
                                        <p:cTn id="14" dur="2000"/>
                                        <p:tgtEl>
                                          <p:spTgt spid="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down)">
                                      <p:cBhvr>
                                        <p:cTn id="19" dur="500"/>
                                        <p:tgtEl>
                                          <p:spTgt spid="2">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10" fill="hold" nodeType="click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Effect transition="in" filter="fade">
                                      <p:cBhvr>
                                        <p:cTn id="24"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15">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2">
                <a:extLst>
                  <a:ext uri="{FF2B5EF4-FFF2-40B4-BE49-F238E27FC236}">
                    <a16:creationId xmlns:a16="http://schemas.microsoft.com/office/drawing/2014/main" id="{FAE712CF-8592-588D-061F-D6CA83BCADF7}"/>
                  </a:ext>
                </a:extLst>
              </p:cNvPr>
              <p:cNvSpPr txBox="1"/>
              <p:nvPr/>
            </p:nvSpPr>
            <p:spPr>
              <a:xfrm>
                <a:off x="5618192" y="719742"/>
                <a:ext cx="6122575" cy="5984327"/>
              </a:xfrm>
              <a:prstGeom prst="rect">
                <a:avLst/>
              </a:prstGeom>
              <a:solidFill>
                <a:srgbClr val="C5E0B4"/>
              </a:solidFill>
              <a:ln cap="flat">
                <a:noFill/>
              </a:ln>
            </p:spPr>
            <p:txBody>
              <a:bodyPr vert="horz" wrap="square" lIns="91440" tIns="45720" rIns="91440" bIns="45720" anchor="t" anchorCtr="0" compatLnSpc="1">
                <a:spAutoFit/>
              </a:bodyPr>
              <a:lstStyle/>
              <a:p>
                <a:pPr marL="0" marR="0" lvl="0" indent="0" algn="l" defTabSz="1218986" rtl="0" fontAlgn="auto" hangingPunct="1">
                  <a:lnSpc>
                    <a:spcPct val="130000"/>
                  </a:lnSpc>
                  <a:spcBef>
                    <a:spcPts val="0"/>
                  </a:spcBef>
                  <a:spcAft>
                    <a:spcPts val="0"/>
                  </a:spcAft>
                  <a:buNone/>
                  <a:tabLst>
                    <a:tab pos="457200" algn="l"/>
                  </a:tabLst>
                  <a:defRPr sz="1800" b="0" i="0" u="none" strike="noStrike" kern="0" cap="none" spc="0" baseline="0">
                    <a:solidFill>
                      <a:srgbClr val="000000"/>
                    </a:solidFill>
                    <a:uFillTx/>
                  </a:defRPr>
                </a:pPr>
                <a:endParaRPr lang="en-IN" sz="1800" b="0" i="1" u="none" strike="noStrike" kern="0" cap="none" spc="0" baseline="0">
                  <a:solidFill>
                    <a:srgbClr val="000000"/>
                  </a:solidFill>
                  <a:uFillTx/>
                  <a:latin typeface="Times New Roman" pitchFamily="18"/>
                  <a:cs typeface="Times New Roman" pitchFamily="18"/>
                </a:endParaRPr>
              </a:p>
              <a:p>
                <a:pPr marL="342900" marR="0" lvl="0" indent="-342900" algn="l" defTabSz="1218986" rtl="0" fontAlgn="auto" hangingPunct="1">
                  <a:lnSpc>
                    <a:spcPct val="130000"/>
                  </a:lnSpc>
                  <a:spcBef>
                    <a:spcPts val="0"/>
                  </a:spcBef>
                  <a:spcAft>
                    <a:spcPts val="0"/>
                  </a:spcAft>
                  <a:buClr>
                    <a:srgbClr val="4472C4"/>
                  </a:buClr>
                  <a:buSzPct val="100000"/>
                  <a:buFont typeface="Arial" pitchFamily="34"/>
                  <a:buChar char="•"/>
                  <a:tabLst>
                    <a:tab pos="457200" algn="l"/>
                  </a:tabLst>
                  <a:defRPr sz="1800" b="0" i="0" u="none" strike="noStrike" kern="0" cap="none" spc="0" baseline="0">
                    <a:solidFill>
                      <a:srgbClr val="000000"/>
                    </a:solidFill>
                    <a:uFillTx/>
                  </a:defRPr>
                </a:pPr>
                <a:r>
                  <a:rPr lang="en-IN" sz="1800" b="0" i="0" u="none" strike="noStrike" kern="0" cap="none" spc="0" baseline="0">
                    <a:solidFill>
                      <a:srgbClr val="000000"/>
                    </a:solidFill>
                    <a:uFillTx/>
                    <a:latin typeface="Cambria Math" pitchFamily="18"/>
                    <a:ea typeface="Cambria Math" pitchFamily="18"/>
                  </a:rPr>
                  <a:t>m</a:t>
                </a:r>
                <a:r>
                  <a:rPr lang="en-IN" sz="1800" b="0" i="0" u="none" strike="noStrike" kern="0" cap="none" spc="0" baseline="0">
                    <a:solidFill>
                      <a:srgbClr val="000000"/>
                    </a:solidFill>
                    <a:uFillTx/>
                    <a:latin typeface="Calibri"/>
                  </a:rPr>
                  <a:t> </a:t>
                </a:r>
                <a14:m>
                  <m:oMath xmlns:m="http://schemas.openxmlformats.org/officeDocument/2006/math">
                    <m:r>
                      <a:rPr lang="en-US">
                        <a:latin typeface="Cambria Math" panose="02040503050406030204" pitchFamily="18" charset="0"/>
                      </a:rPr>
                      <m:t>=</m:t>
                    </m:r>
                    <m:r>
                      <a:rPr lang="en-US" i="0">
                        <a:latin typeface="Cambria Math" panose="02040503050406030204" pitchFamily="18" charset="0"/>
                      </a:rPr>
                      <m:t>1521 </m:t>
                    </m:r>
                    <m:r>
                      <a:rPr lang="en-US" i="1">
                        <a:latin typeface="Cambria Math" panose="02040503050406030204" pitchFamily="18" charset="0"/>
                      </a:rPr>
                      <m:t>𝐾𝑔</m:t>
                    </m:r>
                    <m:r>
                      <a:rPr lang="en-US" i="0">
                        <a:latin typeface="Cambria Math" panose="02040503050406030204" pitchFamily="18" charset="0"/>
                      </a:rPr>
                      <m:t> (</m:t>
                    </m:r>
                    <m:r>
                      <a:rPr lang="en-US" i="1">
                        <a:latin typeface="Cambria Math" panose="02040503050406030204" pitchFamily="18" charset="0"/>
                      </a:rPr>
                      <m:t>𝑣𝑒h𝑖𝑐𝑙𝑒</m:t>
                    </m:r>
                    <m:r>
                      <a:rPr lang="en-US" i="0">
                        <a:latin typeface="Cambria Math" panose="02040503050406030204" pitchFamily="18" charset="0"/>
                      </a:rPr>
                      <m:t> </m:t>
                    </m:r>
                    <m:r>
                      <a:rPr lang="en-US" i="1">
                        <a:latin typeface="Cambria Math" panose="02040503050406030204" pitchFamily="18" charset="0"/>
                      </a:rPr>
                      <m:t>𝑚𝑎𝑠𝑠</m:t>
                    </m:r>
                    <m:r>
                      <a:rPr lang="en-US" i="0">
                        <a:latin typeface="Cambria Math" panose="02040503050406030204" pitchFamily="18" charset="0"/>
                      </a:rPr>
                      <m:t>); </m:t>
                    </m:r>
                  </m:oMath>
                </a14:m>
                <a:endParaRPr lang="en-US" sz="1800" b="0" i="0" u="none" strike="noStrike" kern="1200" cap="none" spc="0" baseline="0">
                  <a:solidFill>
                    <a:srgbClr val="374C81"/>
                  </a:solidFill>
                  <a:uFillTx/>
                  <a:latin typeface="Times New Roman" pitchFamily="18"/>
                  <a:cs typeface="Times New Roman" pitchFamily="18"/>
                </a:endParaRPr>
              </a:p>
              <a:p>
                <a:pPr marL="342900" marR="0" lvl="0" indent="-342900" algn="l" defTabSz="1218986" rtl="0" fontAlgn="auto" hangingPunct="1">
                  <a:lnSpc>
                    <a:spcPct val="130000"/>
                  </a:lnSpc>
                  <a:spcBef>
                    <a:spcPts val="0"/>
                  </a:spcBef>
                  <a:spcAft>
                    <a:spcPts val="0"/>
                  </a:spcAft>
                  <a:buClr>
                    <a:srgbClr val="4472C4"/>
                  </a:buClr>
                  <a:buSzPct val="100000"/>
                  <a:buFont typeface="Arial" pitchFamily="34"/>
                  <a:buChar char="•"/>
                  <a:tabLst>
                    <a:tab pos="457200" algn="l"/>
                  </a:tabLst>
                  <a:defRPr sz="1800" b="0" i="0" u="none" strike="noStrike" kern="0" cap="none" spc="0" baseline="0">
                    <a:solidFill>
                      <a:srgbClr val="000000"/>
                    </a:solidFill>
                    <a:uFillTx/>
                  </a:defRP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𝑟</m:t>
                        </m:r>
                      </m:sub>
                    </m:sSub>
                    <m:r>
                      <a:rPr lang="en-US" i="0">
                        <a:latin typeface="Cambria Math" panose="02040503050406030204" pitchFamily="18" charset="0"/>
                      </a:rPr>
                      <m:t>=0,015 </m:t>
                    </m:r>
                    <m:d>
                      <m:dPr>
                        <m:ctrlPr>
                          <a:rPr lang="en-US" i="1">
                            <a:latin typeface="Cambria Math" panose="02040503050406030204" pitchFamily="18" charset="0"/>
                          </a:rPr>
                        </m:ctrlPr>
                      </m:dPr>
                      <m:e>
                        <m:r>
                          <a:rPr lang="en-US" i="1">
                            <a:latin typeface="Cambria Math" panose="02040503050406030204" pitchFamily="18" charset="0"/>
                          </a:rPr>
                          <m:t>𝑟𝑜𝑙𝑙𝑖𝑛𝑔</m:t>
                        </m:r>
                        <m:r>
                          <a:rPr lang="en-US" i="0">
                            <a:latin typeface="Cambria Math" panose="02040503050406030204" pitchFamily="18" charset="0"/>
                          </a:rPr>
                          <m:t> </m:t>
                        </m:r>
                        <m:r>
                          <a:rPr lang="en-US" i="1">
                            <a:latin typeface="Cambria Math" panose="02040503050406030204" pitchFamily="18" charset="0"/>
                          </a:rPr>
                          <m:t>𝑟𝑒𝑠𝑖𝑠𝑡𝑎𝑛𝑐𝑒</m:t>
                        </m:r>
                        <m:r>
                          <a:rPr lang="en-US" i="0">
                            <a:latin typeface="Cambria Math" panose="02040503050406030204" pitchFamily="18" charset="0"/>
                          </a:rPr>
                          <m:t> </m:t>
                        </m:r>
                        <m:r>
                          <a:rPr lang="en-US" i="1">
                            <a:latin typeface="Cambria Math" panose="02040503050406030204" pitchFamily="18" charset="0"/>
                          </a:rPr>
                          <m:t>𝑐𝑜𝑒𝑓𝑓𝑖𝑐𝑖𝑒𝑛𝑡</m:t>
                        </m:r>
                      </m:e>
                    </m:d>
                    <m:r>
                      <a:rPr lang="en-US" i="0">
                        <a:latin typeface="Cambria Math" panose="02040503050406030204" pitchFamily="18" charset="0"/>
                      </a:rPr>
                      <m:t>;</m:t>
                    </m:r>
                  </m:oMath>
                </a14:m>
                <a:endParaRPr lang="en-US" sz="1800" b="0" i="0" u="none" strike="noStrike" kern="1200" cap="none" spc="0" baseline="0">
                  <a:solidFill>
                    <a:srgbClr val="374C81"/>
                  </a:solidFill>
                  <a:uFillTx/>
                  <a:latin typeface="Times New Roman" pitchFamily="18"/>
                  <a:cs typeface="Times New Roman" pitchFamily="18"/>
                </a:endParaRPr>
              </a:p>
              <a:p>
                <a:pPr marL="342900" marR="0" lvl="0" indent="-342900" algn="l" defTabSz="1218986" rtl="0" fontAlgn="auto" hangingPunct="1">
                  <a:lnSpc>
                    <a:spcPct val="130000"/>
                  </a:lnSpc>
                  <a:spcBef>
                    <a:spcPts val="0"/>
                  </a:spcBef>
                  <a:spcAft>
                    <a:spcPts val="0"/>
                  </a:spcAft>
                  <a:buClr>
                    <a:srgbClr val="4472C4"/>
                  </a:buClr>
                  <a:buSzPct val="100000"/>
                  <a:buFont typeface="Arial" pitchFamily="34"/>
                  <a:buChar char="•"/>
                  <a:tabLst>
                    <a:tab pos="457200" algn="l"/>
                  </a:tabLst>
                  <a:defRPr sz="1800" b="0" i="0" u="none" strike="noStrike" kern="0" cap="none" spc="0" baseline="0">
                    <a:solidFill>
                      <a:srgbClr val="000000"/>
                    </a:solidFill>
                    <a:uFillTx/>
                  </a:defRPr>
                </a:pPr>
                <a14:m>
                  <m:oMath xmlns:m="http://schemas.openxmlformats.org/officeDocument/2006/math">
                    <m:r>
                      <a:rPr lang="en-US" i="1">
                        <a:latin typeface="Cambria Math" panose="02040503050406030204" pitchFamily="18" charset="0"/>
                      </a:rPr>
                      <m:t>𝑔</m:t>
                    </m:r>
                    <m:r>
                      <a:rPr lang="en-US" i="0">
                        <a:latin typeface="Cambria Math" panose="02040503050406030204" pitchFamily="18" charset="0"/>
                      </a:rPr>
                      <m:t>=9,81 </m:t>
                    </m:r>
                    <m:f>
                      <m:fPr>
                        <m:type m:val="skw"/>
                        <m:ctrlPr>
                          <a:rPr lang="en-US" i="1">
                            <a:latin typeface="Cambria Math" panose="02040503050406030204" pitchFamily="18" charset="0"/>
                          </a:rPr>
                        </m:ctrlPr>
                      </m:fPr>
                      <m:num>
                        <m:r>
                          <a:rPr lang="en-US" i="1">
                            <a:latin typeface="Cambria Math" panose="02040503050406030204" pitchFamily="18" charset="0"/>
                          </a:rPr>
                          <m:t>𝑚</m:t>
                        </m:r>
                      </m:num>
                      <m:den>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0">
                                <a:latin typeface="Cambria Math" panose="02040503050406030204" pitchFamily="18" charset="0"/>
                              </a:rPr>
                              <m:t>2</m:t>
                            </m:r>
                          </m:sup>
                        </m:sSup>
                      </m:den>
                    </m:f>
                    <m:r>
                      <a:rPr lang="en-US" i="0">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𝑔𝑟𝑎𝑣𝑖𝑡𝑎𝑡𝑖𝑜𝑛𝑎𝑙</m:t>
                        </m:r>
                        <m:r>
                          <a:rPr lang="en-US" i="0">
                            <a:latin typeface="Cambria Math" panose="02040503050406030204" pitchFamily="18" charset="0"/>
                          </a:rPr>
                          <m:t> </m:t>
                        </m:r>
                        <m:r>
                          <a:rPr lang="en-US" i="1">
                            <a:latin typeface="Cambria Math" panose="02040503050406030204" pitchFamily="18" charset="0"/>
                          </a:rPr>
                          <m:t>𝑎𝑐𝑐𝑒𝑙𝑒𝑟𝑎𝑡𝑖𝑜𝑛</m:t>
                        </m:r>
                      </m:e>
                    </m:d>
                    <m:r>
                      <a:rPr lang="en-US" i="0">
                        <a:latin typeface="Cambria Math" panose="02040503050406030204" pitchFamily="18" charset="0"/>
                      </a:rPr>
                      <m:t>;</m:t>
                    </m:r>
                  </m:oMath>
                </a14:m>
                <a:endParaRPr lang="en-US" sz="1800" b="0" i="0" u="none" strike="noStrike" kern="1200" cap="none" spc="0" baseline="0">
                  <a:solidFill>
                    <a:srgbClr val="374C81"/>
                  </a:solidFill>
                  <a:uFillTx/>
                  <a:latin typeface="Times New Roman" pitchFamily="18"/>
                  <a:cs typeface="Times New Roman" pitchFamily="18"/>
                </a:endParaRPr>
              </a:p>
              <a:p>
                <a:pPr marL="342900" marR="0" lvl="0" indent="-342900" algn="l" defTabSz="1218986" rtl="0" fontAlgn="auto" hangingPunct="1">
                  <a:lnSpc>
                    <a:spcPct val="130000"/>
                  </a:lnSpc>
                  <a:spcBef>
                    <a:spcPts val="0"/>
                  </a:spcBef>
                  <a:spcAft>
                    <a:spcPts val="0"/>
                  </a:spcAft>
                  <a:buClr>
                    <a:srgbClr val="4472C4"/>
                  </a:buClr>
                  <a:buSzPct val="100000"/>
                  <a:buFont typeface="Arial" pitchFamily="34"/>
                  <a:buChar char="•"/>
                  <a:tabLst>
                    <a:tab pos="457200" algn="l"/>
                  </a:tabLst>
                  <a:defRPr sz="1800" b="0" i="0" u="none" strike="noStrike" kern="0" cap="none" spc="0" baseline="0">
                    <a:solidFill>
                      <a:srgbClr val="000000"/>
                    </a:solidFill>
                    <a:uFillTx/>
                  </a:defRPr>
                </a:pPr>
                <a14:m>
                  <m:oMath xmlns:m="http://schemas.openxmlformats.org/officeDocument/2006/math">
                    <m:r>
                      <a:rPr lang="en-US" i="1">
                        <a:latin typeface="Cambria Math" panose="02040503050406030204" pitchFamily="18" charset="0"/>
                      </a:rPr>
                      <m:t>𝜌</m:t>
                    </m:r>
                    <m:r>
                      <a:rPr lang="en-US" i="0">
                        <a:latin typeface="Cambria Math" panose="02040503050406030204" pitchFamily="18" charset="0"/>
                      </a:rPr>
                      <m:t>=1,2 </m:t>
                    </m:r>
                    <m:f>
                      <m:fPr>
                        <m:type m:val="skw"/>
                        <m:ctrlPr>
                          <a:rPr lang="en-US" i="1">
                            <a:latin typeface="Cambria Math" panose="02040503050406030204" pitchFamily="18" charset="0"/>
                          </a:rPr>
                        </m:ctrlPr>
                      </m:fPr>
                      <m:num>
                        <m:r>
                          <a:rPr lang="en-US" i="1">
                            <a:latin typeface="Cambria Math" panose="02040503050406030204" pitchFamily="18" charset="0"/>
                          </a:rPr>
                          <m:t>𝑘𝑔</m:t>
                        </m:r>
                      </m:num>
                      <m:den>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0">
                                <a:latin typeface="Cambria Math" panose="02040503050406030204" pitchFamily="18" charset="0"/>
                              </a:rPr>
                              <m:t>3</m:t>
                            </m:r>
                          </m:sup>
                        </m:sSup>
                      </m:den>
                    </m:f>
                    <m:r>
                      <a:rPr lang="en-US" i="0">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𝑎𝑖𝑟</m:t>
                        </m:r>
                        <m:r>
                          <a:rPr lang="en-US" i="0">
                            <a:latin typeface="Cambria Math" panose="02040503050406030204" pitchFamily="18" charset="0"/>
                          </a:rPr>
                          <m:t> </m:t>
                        </m:r>
                        <m:r>
                          <a:rPr lang="en-US" i="1">
                            <a:latin typeface="Cambria Math" panose="02040503050406030204" pitchFamily="18" charset="0"/>
                          </a:rPr>
                          <m:t>𝑑𝑒𝑛𝑠𝑖𝑡𝑦</m:t>
                        </m:r>
                      </m:e>
                    </m:d>
                    <m:r>
                      <a:rPr lang="en-US" i="0">
                        <a:latin typeface="Cambria Math" panose="02040503050406030204" pitchFamily="18" charset="0"/>
                      </a:rPr>
                      <m:t>;</m:t>
                    </m:r>
                  </m:oMath>
                </a14:m>
                <a:r>
                  <a:rPr lang="en-US" sz="1800" b="0" i="0" u="none" strike="noStrike" kern="1200" cap="none" spc="0" baseline="0">
                    <a:solidFill>
                      <a:srgbClr val="374C81"/>
                    </a:solidFill>
                    <a:uFillTx/>
                    <a:latin typeface="Times New Roman" pitchFamily="18"/>
                    <a:cs typeface="Times New Roman" pitchFamily="18"/>
                  </a:rPr>
                  <a:t> </a:t>
                </a:r>
              </a:p>
              <a:p>
                <a:pPr marL="342900" marR="0" lvl="0" indent="-342900" algn="l" defTabSz="1218986" rtl="0" fontAlgn="auto" hangingPunct="1">
                  <a:lnSpc>
                    <a:spcPct val="130000"/>
                  </a:lnSpc>
                  <a:spcBef>
                    <a:spcPts val="0"/>
                  </a:spcBef>
                  <a:spcAft>
                    <a:spcPts val="0"/>
                  </a:spcAft>
                  <a:buClr>
                    <a:srgbClr val="4472C4"/>
                  </a:buClr>
                  <a:buSzPct val="100000"/>
                  <a:buFont typeface="Arial" pitchFamily="34"/>
                  <a:buChar char="•"/>
                  <a:tabLst>
                    <a:tab pos="457200" algn="l"/>
                  </a:tabLst>
                  <a:defRPr sz="1800" b="0" i="0" u="none" strike="noStrike" kern="0" cap="none" spc="0" baseline="0">
                    <a:solidFill>
                      <a:srgbClr val="000000"/>
                    </a:solidFill>
                    <a:uFillTx/>
                  </a:defRP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𝑑</m:t>
                        </m:r>
                      </m:sub>
                    </m:sSub>
                    <m:r>
                      <a:rPr lang="en-US" i="0">
                        <a:latin typeface="Cambria Math" panose="02040503050406030204" pitchFamily="18" charset="0"/>
                      </a:rPr>
                      <m:t>=0,28 </m:t>
                    </m:r>
                    <m:d>
                      <m:dPr>
                        <m:ctrlPr>
                          <a:rPr lang="en-US" i="1">
                            <a:latin typeface="Cambria Math" panose="02040503050406030204" pitchFamily="18" charset="0"/>
                          </a:rPr>
                        </m:ctrlPr>
                      </m:dPr>
                      <m:e>
                        <m:r>
                          <a:rPr lang="en-US" i="1">
                            <a:latin typeface="Cambria Math" panose="02040503050406030204" pitchFamily="18" charset="0"/>
                          </a:rPr>
                          <m:t>𝑑𝑟𝑎𝑔</m:t>
                        </m:r>
                        <m:r>
                          <a:rPr lang="en-US" i="0">
                            <a:latin typeface="Cambria Math" panose="02040503050406030204" pitchFamily="18" charset="0"/>
                          </a:rPr>
                          <m:t> </m:t>
                        </m:r>
                        <m:r>
                          <a:rPr lang="en-US" i="1">
                            <a:latin typeface="Cambria Math" panose="02040503050406030204" pitchFamily="18" charset="0"/>
                          </a:rPr>
                          <m:t>𝑐𝑜𝑒𝑓𝑓𝑖𝑐𝑖𝑒𝑛𝑡</m:t>
                        </m:r>
                      </m:e>
                    </m:d>
                    <m:r>
                      <a:rPr lang="en-US" i="0">
                        <a:latin typeface="Cambria Math" panose="02040503050406030204" pitchFamily="18" charset="0"/>
                      </a:rPr>
                      <m:t>;</m:t>
                    </m:r>
                  </m:oMath>
                </a14:m>
                <a:endParaRPr lang="en-US" sz="1800" b="0" i="0" u="none" strike="noStrike" kern="1200" cap="none" spc="0" baseline="0">
                  <a:solidFill>
                    <a:srgbClr val="374C81"/>
                  </a:solidFill>
                  <a:uFillTx/>
                  <a:latin typeface="Times New Roman" pitchFamily="18"/>
                  <a:cs typeface="Times New Roman" pitchFamily="18"/>
                </a:endParaRPr>
              </a:p>
              <a:p>
                <a:pPr marL="342900" marR="0" lvl="0" indent="-342900" algn="l" defTabSz="1218986" rtl="0" fontAlgn="auto" hangingPunct="1">
                  <a:lnSpc>
                    <a:spcPct val="130000"/>
                  </a:lnSpc>
                  <a:spcBef>
                    <a:spcPts val="0"/>
                  </a:spcBef>
                  <a:spcAft>
                    <a:spcPts val="0"/>
                  </a:spcAft>
                  <a:buClr>
                    <a:srgbClr val="4472C4"/>
                  </a:buClr>
                  <a:buSzPct val="100000"/>
                  <a:buFont typeface="Arial" pitchFamily="34"/>
                  <a:buChar char="•"/>
                  <a:tabLst>
                    <a:tab pos="457200" algn="l"/>
                  </a:tabLst>
                  <a:defRPr sz="1800" b="0" i="0" u="none" strike="noStrike" kern="0" cap="none" spc="0" baseline="0">
                    <a:solidFill>
                      <a:srgbClr val="000000"/>
                    </a:solidFill>
                    <a:uFillTx/>
                  </a:defRP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𝑓</m:t>
                        </m:r>
                      </m:sub>
                    </m:sSub>
                    <m:r>
                      <a:rPr lang="en-US" i="0">
                        <a:latin typeface="Cambria Math" panose="02040503050406030204" pitchFamily="18" charset="0"/>
                      </a:rPr>
                      <m:t>=2,33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0">
                            <a:latin typeface="Cambria Math" panose="02040503050406030204" pitchFamily="18" charset="0"/>
                          </a:rPr>
                          <m:t>2</m:t>
                        </m:r>
                      </m:sup>
                    </m:sSup>
                    <m:r>
                      <a:rPr lang="en-US" i="0">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𝑓𝑟𝑜𝑛𝑡𝑎𝑙</m:t>
                        </m:r>
                        <m:r>
                          <a:rPr lang="en-US" i="0">
                            <a:latin typeface="Cambria Math" panose="02040503050406030204" pitchFamily="18" charset="0"/>
                          </a:rPr>
                          <m:t> </m:t>
                        </m:r>
                        <m:r>
                          <a:rPr lang="en-US" i="1">
                            <a:latin typeface="Cambria Math" panose="02040503050406030204" pitchFamily="18" charset="0"/>
                          </a:rPr>
                          <m:t>𝑎𝑟𝑒𝑎</m:t>
                        </m:r>
                      </m:e>
                    </m:d>
                    <m:r>
                      <a:rPr lang="en-US" i="0">
                        <a:latin typeface="Cambria Math" panose="02040503050406030204" pitchFamily="18" charset="0"/>
                      </a:rPr>
                      <m:t>;</m:t>
                    </m:r>
                  </m:oMath>
                </a14:m>
                <a:endParaRPr lang="en-US" sz="1800" b="0" i="0" u="none" strike="noStrike" kern="1200" cap="none" spc="0" baseline="0">
                  <a:solidFill>
                    <a:srgbClr val="374C81"/>
                  </a:solidFill>
                  <a:uFillTx/>
                  <a:latin typeface="Times New Roman" pitchFamily="18"/>
                  <a:cs typeface="Times New Roman" pitchFamily="18"/>
                </a:endParaRPr>
              </a:p>
              <a:p>
                <a:pPr marL="342900" marR="0" lvl="0" indent="-342900" algn="l" defTabSz="1218986" rtl="0" fontAlgn="auto" hangingPunct="1">
                  <a:lnSpc>
                    <a:spcPct val="130000"/>
                  </a:lnSpc>
                  <a:spcBef>
                    <a:spcPts val="0"/>
                  </a:spcBef>
                  <a:spcAft>
                    <a:spcPts val="0"/>
                  </a:spcAft>
                  <a:buClr>
                    <a:srgbClr val="4472C4"/>
                  </a:buClr>
                  <a:buSzPct val="100000"/>
                  <a:buFont typeface="Arial" pitchFamily="34"/>
                  <a:buChar char="•"/>
                  <a:tabLst>
                    <a:tab pos="457200" algn="l"/>
                  </a:tabLst>
                  <a:defRPr sz="1800" b="0" i="0" u="none" strike="noStrike" kern="0" cap="none" spc="0" baseline="0">
                    <a:solidFill>
                      <a:srgbClr val="000000"/>
                    </a:solidFill>
                    <a:uFillTx/>
                  </a:defRPr>
                </a:pPr>
                <a:r>
                  <a:rPr lang="en-US" sz="1800" b="0" i="0" u="none" strike="noStrike" kern="1200" cap="none" spc="0" baseline="0">
                    <a:solidFill>
                      <a:srgbClr val="374C81"/>
                    </a:solidFill>
                    <a:uFillTx/>
                    <a:latin typeface="Times New Roman" pitchFamily="18"/>
                    <a:cs typeface="Times New Roman" pitchFamily="18"/>
                  </a:rPr>
                  <a:t> </a:t>
                </a:r>
                <a14:m>
                  <m:oMath xmlns:m="http://schemas.openxmlformats.org/officeDocument/2006/math">
                    <m:r>
                      <a:rPr lang="en-US" i="1">
                        <a:latin typeface="Cambria Math" panose="02040503050406030204" pitchFamily="18" charset="0"/>
                      </a:rPr>
                      <m:t>𝜂</m:t>
                    </m:r>
                    <m:r>
                      <a:rPr lang="en-US" i="0">
                        <a:latin typeface="Cambria Math" panose="02040503050406030204" pitchFamily="18" charset="0"/>
                      </a:rPr>
                      <m:t>=0.93 (</m:t>
                    </m:r>
                    <m:r>
                      <a:rPr lang="en-US" i="1">
                        <a:latin typeface="Cambria Math" panose="02040503050406030204" pitchFamily="18" charset="0"/>
                      </a:rPr>
                      <m:t>𝑡h𝑒</m:t>
                    </m:r>
                    <m:r>
                      <a:rPr lang="en-US" i="0">
                        <a:latin typeface="Cambria Math" panose="02040503050406030204" pitchFamily="18" charset="0"/>
                      </a:rPr>
                      <m:t> </m:t>
                    </m:r>
                    <m:r>
                      <a:rPr lang="en-US" i="1">
                        <a:latin typeface="Cambria Math" panose="02040503050406030204" pitchFamily="18" charset="0"/>
                      </a:rPr>
                      <m:t>𝑒𝑓𝑓𝑖𝑐𝑖𝑒𝑛𝑐𝑦</m:t>
                    </m:r>
                    <m:r>
                      <a:rPr lang="en-US" i="0">
                        <a:latin typeface="Cambria Math" panose="02040503050406030204" pitchFamily="18" charset="0"/>
                      </a:rPr>
                      <m:t>)</m:t>
                    </m:r>
                  </m:oMath>
                </a14:m>
                <a:r>
                  <a:rPr lang="en-US" sz="1800" b="0" i="0" u="none" strike="noStrike" kern="1200" cap="none" spc="0" baseline="0">
                    <a:solidFill>
                      <a:srgbClr val="374C81"/>
                    </a:solidFill>
                    <a:uFillTx/>
                    <a:latin typeface="Times New Roman" pitchFamily="18"/>
                    <a:cs typeface="Times New Roman" pitchFamily="18"/>
                  </a:rPr>
                  <a:t>;</a:t>
                </a:r>
              </a:p>
              <a:p>
                <a:pPr marL="342900" marR="0" lvl="0" indent="-342900" algn="l" defTabSz="1218986" rtl="0" fontAlgn="auto" hangingPunct="1">
                  <a:lnSpc>
                    <a:spcPct val="130000"/>
                  </a:lnSpc>
                  <a:spcBef>
                    <a:spcPts val="0"/>
                  </a:spcBef>
                  <a:spcAft>
                    <a:spcPts val="0"/>
                  </a:spcAft>
                  <a:buClr>
                    <a:srgbClr val="4472C4"/>
                  </a:buClr>
                  <a:buSzPct val="100000"/>
                  <a:buFont typeface="Arial" pitchFamily="34"/>
                  <a:buChar char="•"/>
                  <a:tabLst>
                    <a:tab pos="457200" algn="l"/>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Times New Roman" pitchFamily="18"/>
                    <a:cs typeface="Times New Roman" pitchFamily="18"/>
                  </a:rPr>
                  <a:t>R=0.5 (</a:t>
                </a:r>
                <a:r>
                  <a:rPr lang="en-US" sz="1800" b="0" i="0" u="none" strike="noStrike" kern="1200" cap="none" spc="0" baseline="0">
                    <a:solidFill>
                      <a:srgbClr val="000000"/>
                    </a:solidFill>
                    <a:uFillTx/>
                    <a:latin typeface="Cambria Math" pitchFamily="18"/>
                    <a:ea typeface="Cambria Math" pitchFamily="18"/>
                    <a:cs typeface="Times New Roman" pitchFamily="18"/>
                  </a:rPr>
                  <a:t>the </a:t>
                </a:r>
                <a:r>
                  <a:rPr lang="en-US" sz="1800" b="0" i="1" u="none" strike="noStrike" kern="1200" cap="none" spc="0" baseline="0">
                    <a:solidFill>
                      <a:srgbClr val="000000"/>
                    </a:solidFill>
                    <a:uFillTx/>
                    <a:latin typeface="Cambria Math" pitchFamily="18"/>
                    <a:ea typeface="Cambria Math" pitchFamily="18"/>
                    <a:cs typeface="Times New Roman" pitchFamily="18"/>
                  </a:rPr>
                  <a:t>wheel radius</a:t>
                </a:r>
                <a:r>
                  <a:rPr lang="en-US" sz="1800" b="0" i="0" u="none" strike="noStrike" kern="1200" cap="none" spc="0" baseline="0">
                    <a:solidFill>
                      <a:srgbClr val="000000"/>
                    </a:solidFill>
                    <a:uFillTx/>
                    <a:latin typeface="Times New Roman" pitchFamily="18"/>
                    <a:cs typeface="Times New Roman" pitchFamily="18"/>
                  </a:rPr>
                  <a:t>);</a:t>
                </a:r>
              </a:p>
              <a:p>
                <a:pPr marL="342900" marR="0" lvl="0" indent="-342900" algn="l" defTabSz="1218986" rtl="0" fontAlgn="auto" hangingPunct="1">
                  <a:lnSpc>
                    <a:spcPct val="130000"/>
                  </a:lnSpc>
                  <a:spcBef>
                    <a:spcPts val="0"/>
                  </a:spcBef>
                  <a:spcAft>
                    <a:spcPts val="0"/>
                  </a:spcAft>
                  <a:buClr>
                    <a:srgbClr val="4472C4"/>
                  </a:buClr>
                  <a:buSzPct val="100000"/>
                  <a:buFont typeface="Arial" pitchFamily="34"/>
                  <a:buChar char="•"/>
                  <a:tabLst>
                    <a:tab pos="457200" algn="l"/>
                  </a:tabLst>
                  <a:defRPr sz="1800" b="0" i="0" u="none" strike="noStrike" kern="0" cap="none" spc="0" baseline="0">
                    <a:solidFill>
                      <a:srgbClr val="000000"/>
                    </a:solidFill>
                    <a:uFillTx/>
                  </a:defRP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h</m:t>
                        </m:r>
                      </m:sub>
                    </m:sSub>
                    <m:r>
                      <a:rPr lang="en-US" i="0">
                        <a:latin typeface="Cambria Math" panose="02040503050406030204" pitchFamily="18" charset="0"/>
                      </a:rPr>
                      <m:t> </m:t>
                    </m:r>
                  </m:oMath>
                </a14:m>
                <a:r>
                  <a:rPr lang="en-US" sz="1800" b="0" i="0" u="none" strike="noStrike" kern="1200" cap="none" spc="0" baseline="0">
                    <a:solidFill>
                      <a:srgbClr val="000000"/>
                    </a:solidFill>
                    <a:uFillTx/>
                    <a:latin typeface="Times New Roman" pitchFamily="18"/>
                    <a:cs typeface="Times New Roman" pitchFamily="18"/>
                  </a:rPr>
                  <a:t>=1–0.085 H (where H [km] is the road altitude).</a:t>
                </a:r>
              </a:p>
              <a:p>
                <a:pPr marL="342900" marR="0" lvl="0" indent="-342900" algn="l" defTabSz="1218986" rtl="0" fontAlgn="auto" hangingPunct="1">
                  <a:lnSpc>
                    <a:spcPct val="130000"/>
                  </a:lnSpc>
                  <a:spcBef>
                    <a:spcPts val="0"/>
                  </a:spcBef>
                  <a:spcAft>
                    <a:spcPts val="0"/>
                  </a:spcAft>
                  <a:buClr>
                    <a:srgbClr val="4472C4"/>
                  </a:buClr>
                  <a:buSzPct val="100000"/>
                  <a:buFont typeface="Arial" pitchFamily="34"/>
                  <a:buChar char="•"/>
                  <a:tabLst>
                    <a:tab pos="457200" algn="l"/>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Times New Roman" pitchFamily="18"/>
                    <a:cs typeface="Times New Roman" pitchFamily="18"/>
                  </a:rPr>
                  <a:t>H and </a:t>
                </a:r>
                <a14:m>
                  <m:oMath xmlns:m="http://schemas.openxmlformats.org/officeDocument/2006/math">
                    <m:r>
                      <a:rPr lang="en-US" i="1">
                        <a:latin typeface="Cambria Math" panose="02040503050406030204" pitchFamily="18" charset="0"/>
                      </a:rPr>
                      <m:t>𝜃</m:t>
                    </m:r>
                    <m:r>
                      <a:rPr lang="en-US" i="0">
                        <a:latin typeface="Cambria Math" panose="02040503050406030204" pitchFamily="18" charset="0"/>
                      </a:rPr>
                      <m:t> </m:t>
                    </m:r>
                  </m:oMath>
                </a14:m>
                <a:r>
                  <a:rPr lang="en-US" sz="1800" b="0" i="0" u="none" strike="noStrike" kern="1200" cap="none" spc="0" baseline="0">
                    <a:solidFill>
                      <a:srgbClr val="000000"/>
                    </a:solidFill>
                    <a:uFillTx/>
                    <a:latin typeface="Times New Roman" pitchFamily="18"/>
                    <a:cs typeface="Times New Roman" pitchFamily="18"/>
                  </a:rPr>
                  <a:t>depend on the road features where the autonomous vehicle moves</a:t>
                </a:r>
                <a:r>
                  <a:rPr lang="it-IT" sz="1800" b="0" i="0" u="none" strike="noStrike" kern="1200" cap="none" spc="0" baseline="0">
                    <a:solidFill>
                      <a:srgbClr val="000000"/>
                    </a:solidFill>
                    <a:uFillTx/>
                    <a:latin typeface="Times New Roman" pitchFamily="18"/>
                    <a:cs typeface="Times New Roman" pitchFamily="18"/>
                  </a:rPr>
                  <a:t>.</a:t>
                </a:r>
              </a:p>
              <a:p>
                <a:pPr marL="342900" marR="0" lvl="0" indent="-342900" algn="l" defTabSz="1218986" rtl="0" fontAlgn="auto" hangingPunct="1">
                  <a:lnSpc>
                    <a:spcPct val="70000"/>
                  </a:lnSpc>
                  <a:spcBef>
                    <a:spcPts val="0"/>
                  </a:spcBef>
                  <a:spcAft>
                    <a:spcPts val="0"/>
                  </a:spcAft>
                  <a:buClr>
                    <a:srgbClr val="4472C4"/>
                  </a:buClr>
                  <a:buSzPct val="100000"/>
                  <a:buFont typeface="Arial" pitchFamily="34"/>
                  <a:buChar char="•"/>
                  <a:tabLst>
                    <a:tab pos="457200" algn="l"/>
                  </a:tabLst>
                  <a:defRPr sz="1800" b="0" i="0" u="none" strike="noStrike" kern="0" cap="none" spc="0" baseline="0">
                    <a:solidFill>
                      <a:srgbClr val="000000"/>
                    </a:solidFill>
                    <a:uFillTx/>
                  </a:defRPr>
                </a:pPr>
                <a:endParaRPr lang="it-IT" sz="1800" b="0" i="0" u="none" strike="noStrike" kern="1200" cap="none" spc="0" baseline="0">
                  <a:solidFill>
                    <a:srgbClr val="000000"/>
                  </a:solidFill>
                  <a:uFillTx/>
                  <a:latin typeface="Times New Roman" pitchFamily="18"/>
                  <a:cs typeface="Times New Roman" pitchFamily="18"/>
                </a:endParaRPr>
              </a:p>
              <a:p>
                <a:pPr marL="342900" marR="0" lvl="0" indent="-342900" algn="l" defTabSz="1218986" rtl="0" fontAlgn="auto" hangingPunct="1">
                  <a:lnSpc>
                    <a:spcPct val="70000"/>
                  </a:lnSpc>
                  <a:spcBef>
                    <a:spcPts val="0"/>
                  </a:spcBef>
                  <a:spcAft>
                    <a:spcPts val="0"/>
                  </a:spcAft>
                  <a:buClr>
                    <a:srgbClr val="4472C4"/>
                  </a:buClr>
                  <a:buSzPct val="100000"/>
                  <a:buFont typeface="Arial" pitchFamily="34"/>
                  <a:buChar char="•"/>
                  <a:tabLst>
                    <a:tab pos="457200" algn="l"/>
                  </a:tabLst>
                  <a:defRPr sz="1800" b="0" i="0" u="none" strike="noStrike" kern="0" cap="none" spc="0" baseline="0">
                    <a:solidFill>
                      <a:srgbClr val="000000"/>
                    </a:solidFill>
                    <a:uFillTx/>
                  </a:defRPr>
                </a:pPr>
                <a:endParaRPr lang="it-IT" sz="1800" b="0" i="0" u="none" strike="noStrike" kern="1200" cap="none" spc="0" baseline="0">
                  <a:solidFill>
                    <a:srgbClr val="374C81"/>
                  </a:solidFill>
                  <a:uFillTx/>
                  <a:latin typeface="Times New Roman" pitchFamily="18"/>
                  <a:cs typeface="Times New Roman" pitchFamily="18"/>
                </a:endParaRPr>
              </a:p>
              <a:p>
                <a:pPr marL="342900" marR="0" lvl="0" indent="-342900" algn="l" defTabSz="1218986" rtl="0" fontAlgn="auto" hangingPunct="1">
                  <a:lnSpc>
                    <a:spcPct val="70000"/>
                  </a:lnSpc>
                  <a:spcBef>
                    <a:spcPts val="0"/>
                  </a:spcBef>
                  <a:spcAft>
                    <a:spcPts val="0"/>
                  </a:spcAft>
                  <a:buClr>
                    <a:srgbClr val="4472C4"/>
                  </a:buClr>
                  <a:buSzPct val="100000"/>
                  <a:buFont typeface="Arial" pitchFamily="34"/>
                  <a:buChar char="•"/>
                  <a:tabLst>
                    <a:tab pos="457200" algn="l"/>
                  </a:tabLst>
                  <a:defRPr sz="1800" b="0" i="0" u="none" strike="noStrike" kern="0" cap="none" spc="0" baseline="0">
                    <a:solidFill>
                      <a:srgbClr val="000000"/>
                    </a:solidFill>
                    <a:uFillTx/>
                  </a:defRPr>
                </a:pPr>
                <a:endParaRPr lang="it-IT" sz="1800" b="0" i="0" u="none" strike="noStrike" kern="1200" cap="none" spc="0" baseline="0">
                  <a:solidFill>
                    <a:srgbClr val="374C81"/>
                  </a:solidFill>
                  <a:uFillTx/>
                  <a:latin typeface="Times New Roman" pitchFamily="18"/>
                  <a:cs typeface="Times New Roman" pitchFamily="18"/>
                </a:endParaRPr>
              </a:p>
              <a:p>
                <a:pPr marL="342900" marR="0" lvl="0" indent="-342900" algn="l" defTabSz="1218986" rtl="0" fontAlgn="auto" hangingPunct="1">
                  <a:lnSpc>
                    <a:spcPct val="70000"/>
                  </a:lnSpc>
                  <a:spcBef>
                    <a:spcPts val="0"/>
                  </a:spcBef>
                  <a:spcAft>
                    <a:spcPts val="0"/>
                  </a:spcAft>
                  <a:buClr>
                    <a:srgbClr val="4472C4"/>
                  </a:buClr>
                  <a:buSzPct val="100000"/>
                  <a:buFont typeface="Arial" pitchFamily="34"/>
                  <a:buChar char="•"/>
                  <a:tabLst>
                    <a:tab pos="457200" algn="l"/>
                  </a:tabLst>
                  <a:defRPr sz="1800" b="0" i="0" u="none" strike="noStrike" kern="0" cap="none" spc="0" baseline="0">
                    <a:solidFill>
                      <a:srgbClr val="000000"/>
                    </a:solidFill>
                    <a:uFillTx/>
                  </a:defRPr>
                </a:pPr>
                <a:r>
                  <a:rPr lang="it-IT" sz="1800" b="1" i="0" u="sng" strike="noStrike" kern="1200" cap="none" spc="0" baseline="0">
                    <a:solidFill>
                      <a:srgbClr val="FF0000"/>
                    </a:solidFill>
                    <a:uFillTx/>
                    <a:latin typeface="Times New Roman" pitchFamily="18"/>
                    <a:cs typeface="Times New Roman" pitchFamily="18"/>
                  </a:rPr>
                  <a:t>NOTE:</a:t>
                </a:r>
                <a:r>
                  <a:rPr lang="it-IT" sz="1800" b="0" i="0" u="none" strike="noStrike" kern="1200" cap="none" spc="0" baseline="0">
                    <a:solidFill>
                      <a:srgbClr val="FF0000"/>
                    </a:solidFill>
                    <a:uFillTx/>
                    <a:latin typeface="Times New Roman" pitchFamily="18"/>
                    <a:cs typeface="Times New Roman" pitchFamily="18"/>
                  </a:rPr>
                  <a:t> </a:t>
                </a:r>
                <a:r>
                  <a:rPr lang="it-IT" sz="1800" b="0" i="0" u="none" strike="noStrike" kern="1200" cap="none" spc="0" baseline="0">
                    <a:solidFill>
                      <a:srgbClr val="374C81"/>
                    </a:solidFill>
                    <a:uFillTx/>
                    <a:latin typeface="Times New Roman" pitchFamily="18"/>
                    <a:cs typeface="Times New Roman" pitchFamily="18"/>
                  </a:rPr>
                  <a:t>WE CONSIDER </a:t>
                </a:r>
                <a14:m>
                  <m:oMath xmlns:m="http://schemas.openxmlformats.org/officeDocument/2006/math">
                    <m:r>
                      <a:rPr lang="en-US" b="1">
                        <a:latin typeface="Cambria Math" panose="02040503050406030204" pitchFamily="18" charset="0"/>
                      </a:rPr>
                      <m:t>𝛉</m:t>
                    </m:r>
                  </m:oMath>
                </a14:m>
                <a:r>
                  <a:rPr lang="it-IT" sz="1800" b="0" i="0" u="none" strike="noStrike" kern="1200" cap="none" spc="0" baseline="0">
                    <a:solidFill>
                      <a:srgbClr val="374C81"/>
                    </a:solidFill>
                    <a:uFillTx/>
                    <a:latin typeface="Times New Roman" pitchFamily="18"/>
                    <a:cs typeface="Times New Roman" pitchFamily="18"/>
                  </a:rPr>
                  <a:t> AND </a:t>
                </a:r>
                <a:r>
                  <a:rPr lang="it-IT" sz="1800" b="1" i="0" u="none" strike="noStrike" kern="1200" cap="none" spc="0" baseline="0">
                    <a:solidFill>
                      <a:srgbClr val="000000"/>
                    </a:solidFill>
                    <a:uFillTx/>
                    <a:latin typeface="Times New Roman" pitchFamily="18"/>
                    <a:cs typeface="Times New Roman" pitchFamily="18"/>
                  </a:rPr>
                  <a:t>H</a:t>
                </a:r>
                <a:r>
                  <a:rPr lang="it-IT" sz="1800" b="0" i="0" u="none" strike="noStrike" kern="1200" cap="none" spc="0" baseline="0">
                    <a:solidFill>
                      <a:srgbClr val="374C81"/>
                    </a:solidFill>
                    <a:uFillTx/>
                    <a:latin typeface="Times New Roman" pitchFamily="18"/>
                    <a:cs typeface="Times New Roman" pitchFamily="18"/>
                  </a:rPr>
                  <a:t> WITH RESPECT TO     	            SEA LEVEL.</a:t>
                </a:r>
              </a:p>
              <a:p>
                <a:pPr marL="342900" marR="0" lvl="0" indent="-342900" algn="l" defTabSz="1218986" rtl="0" fontAlgn="auto" hangingPunct="1">
                  <a:lnSpc>
                    <a:spcPct val="7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endParaRPr lang="en-IN" sz="1800" b="0" i="0" u="none" strike="noStrike" kern="1200" cap="none" spc="0" baseline="0">
                  <a:solidFill>
                    <a:srgbClr val="374C81"/>
                  </a:solidFill>
                  <a:uFillTx/>
                  <a:latin typeface="Times New Roman" pitchFamily="18"/>
                  <a:cs typeface="Times New Roman" pitchFamily="18"/>
                </a:endParaRPr>
              </a:p>
              <a:p>
                <a:pPr marL="0" marR="0" lvl="0" indent="0" algn="l"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374C81"/>
                  </a:solidFill>
                  <a:uFillTx/>
                  <a:latin typeface="Times New Roman" pitchFamily="18"/>
                  <a:cs typeface="Times New Roman" pitchFamily="18"/>
                </a:endParaRPr>
              </a:p>
            </p:txBody>
          </p:sp>
        </mc:Choice>
        <mc:Fallback xmlns="">
          <p:sp>
            <p:nvSpPr>
              <p:cNvPr id="2" name="TextBox 2">
                <a:extLst>
                  <a:ext uri="{FF2B5EF4-FFF2-40B4-BE49-F238E27FC236}">
                    <a16:creationId xmlns:a16="http://schemas.microsoft.com/office/drawing/2014/main" id="{FAE712CF-8592-588D-061F-D6CA83BCADF7}"/>
                  </a:ext>
                </a:extLst>
              </p:cNvPr>
              <p:cNvSpPr txBox="1">
                <a:spLocks noRot="1" noChangeAspect="1" noMove="1" noResize="1" noEditPoints="1" noAdjustHandles="1" noChangeArrowheads="1" noChangeShapeType="1" noTextEdit="1"/>
              </p:cNvSpPr>
              <p:nvPr/>
            </p:nvSpPr>
            <p:spPr>
              <a:xfrm>
                <a:off x="5618192" y="719742"/>
                <a:ext cx="6122575" cy="5984327"/>
              </a:xfrm>
              <a:prstGeom prst="rect">
                <a:avLst/>
              </a:prstGeom>
              <a:blipFill>
                <a:blip r:embed="rId2"/>
                <a:stretch>
                  <a:fillRect l="-697" r="-1195"/>
                </a:stretch>
              </a:blipFill>
              <a:ln cap="flat">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6AFF8ACC-4E54-4B0A-5786-5D32615DC273}"/>
                  </a:ext>
                </a:extLst>
              </p:cNvPr>
              <p:cNvSpPr txBox="1"/>
              <p:nvPr/>
            </p:nvSpPr>
            <p:spPr>
              <a:xfrm>
                <a:off x="448056" y="866046"/>
                <a:ext cx="4572000" cy="5455209"/>
              </a:xfrm>
              <a:prstGeom prst="rect">
                <a:avLst/>
              </a:prstGeom>
              <a:solidFill>
                <a:srgbClr val="FFF2CC"/>
              </a:solidFill>
              <a:ln cap="flat">
                <a:noFill/>
              </a:ln>
            </p:spPr>
            <p:txBody>
              <a:bodyPr vert="horz" wrap="square" lIns="91440" tIns="45720" rIns="91440" bIns="45720" anchor="t" anchorCtr="0" compatLnSpc="1">
                <a:spAutoFit/>
              </a:bodyPr>
              <a:lstStyle/>
              <a:p>
                <a:pPr marL="285750" marR="0" lvl="0" indent="-285750" algn="just" defTabSz="914400" rtl="0" fontAlgn="auto" hangingPunct="1">
                  <a:lnSpc>
                    <a:spcPct val="80000"/>
                  </a:lnSpc>
                  <a:spcBef>
                    <a:spcPts val="385"/>
                  </a:spcBef>
                  <a:spcAft>
                    <a:spcPts val="600"/>
                  </a:spcAft>
                  <a:buClr>
                    <a:srgbClr val="4472C4"/>
                  </a:buClr>
                  <a:buSzPct val="100000"/>
                  <a:buFont typeface="Arial" pitchFamily="34"/>
                  <a:buChar char="•"/>
                  <a:tabLst/>
                  <a:defRPr sz="1800" b="0" i="0" u="none" strike="noStrike" kern="0" cap="none" spc="0" baseline="0">
                    <a:solidFill>
                      <a:srgbClr val="000000"/>
                    </a:solidFill>
                    <a:uFillTx/>
                  </a:defRPr>
                </a:pPr>
                <a:endParaRPr lang="en-IN" sz="1800" b="0" i="1" u="none" strike="noStrike" kern="1200" cap="none" spc="0" baseline="0">
                  <a:solidFill>
                    <a:srgbClr val="000000"/>
                  </a:solidFill>
                  <a:uFillTx/>
                  <a:latin typeface="Cambria Math" pitchFamily="18"/>
                  <a:ea typeface="Cambria Math" pitchFamily="18"/>
                </a:endParaRPr>
              </a:p>
              <a:p>
                <a:pPr marL="285750" marR="0" lvl="0" indent="-285750" algn="just" defTabSz="914400" rtl="0" fontAlgn="auto" hangingPunct="1">
                  <a:lnSpc>
                    <a:spcPct val="80000"/>
                  </a:lnSpc>
                  <a:spcBef>
                    <a:spcPts val="385"/>
                  </a:spcBef>
                  <a:spcAft>
                    <a:spcPts val="600"/>
                  </a:spcAft>
                  <a:buClr>
                    <a:srgbClr val="4472C4"/>
                  </a:buClr>
                  <a:buSzPct val="100000"/>
                  <a:buFont typeface="Arial" pitchFamily="34"/>
                  <a:buChar char="•"/>
                  <a:tabLst/>
                  <a:defRPr sz="1800" b="0" i="0" u="none" strike="noStrike" kern="0" cap="none" spc="0" baseline="0">
                    <a:solidFill>
                      <a:srgbClr val="000000"/>
                    </a:solidFill>
                    <a:uFillTx/>
                  </a:defRPr>
                </a:pPr>
                <a14:m>
                  <m:oMath xmlns:m="http://schemas.openxmlformats.org/officeDocument/2006/math">
                    <m:r>
                      <a:rPr lang="en-US" i="1">
                        <a:latin typeface="Cambria Math" panose="02040503050406030204" pitchFamily="18" charset="0"/>
                      </a:rPr>
                      <m:t>𝑣</m:t>
                    </m:r>
                  </m:oMath>
                </a14:m>
                <a:r>
                  <a:rPr lang="en-GB" sz="1800" b="0" i="0" u="none" strike="noStrike" kern="1200" cap="none" spc="0" baseline="0">
                    <a:solidFill>
                      <a:srgbClr val="000000"/>
                    </a:solidFill>
                    <a:uFillTx/>
                    <a:latin typeface="Cambria Math" pitchFamily="18"/>
                    <a:ea typeface="Cambria Math" pitchFamily="18"/>
                  </a:rPr>
                  <a:t> is the vehicle velocity/speed </a:t>
                </a:r>
                <a14:m>
                  <m:oMath xmlns:m="http://schemas.openxmlformats.org/officeDocument/2006/math">
                    <m:r>
                      <a:rPr lang="en-US">
                        <a:latin typeface="Cambria Math" panose="02040503050406030204" pitchFamily="18" charset="0"/>
                      </a:rPr>
                      <m:t>[</m:t>
                    </m:r>
                    <m:f>
                      <m:fPr>
                        <m:type m:val="lin"/>
                        <m:ctrlPr>
                          <a:rPr lang="en-US" i="1">
                            <a:latin typeface="Cambria Math" panose="02040503050406030204" pitchFamily="18" charset="0"/>
                          </a:rPr>
                        </m:ctrlPr>
                      </m:fPr>
                      <m:num>
                        <m:r>
                          <a:rPr lang="en-US" i="1">
                            <a:latin typeface="Cambria Math" panose="02040503050406030204" pitchFamily="18" charset="0"/>
                          </a:rPr>
                          <m:t>𝑚</m:t>
                        </m:r>
                      </m:num>
                      <m:den>
                        <m:r>
                          <a:rPr lang="en-US" i="1">
                            <a:latin typeface="Cambria Math" panose="02040503050406030204" pitchFamily="18" charset="0"/>
                          </a:rPr>
                          <m:t>𝑠</m:t>
                        </m:r>
                        <m:r>
                          <a:rPr lang="en-US" i="0">
                            <a:latin typeface="Cambria Math" panose="02040503050406030204" pitchFamily="18" charset="0"/>
                          </a:rPr>
                          <m:t>]</m:t>
                        </m:r>
                      </m:den>
                    </m:f>
                  </m:oMath>
                </a14:m>
                <a:r>
                  <a:rPr lang="en-GB" sz="1800" b="0" i="0" u="none" strike="noStrike" kern="1200" cap="none" spc="0" baseline="0">
                    <a:solidFill>
                      <a:srgbClr val="000000"/>
                    </a:solidFill>
                    <a:uFillTx/>
                    <a:latin typeface="Cambria Math" pitchFamily="18"/>
                    <a:ea typeface="Cambria Math" pitchFamily="18"/>
                  </a:rPr>
                  <a:t>;</a:t>
                </a:r>
                <a:endParaRPr lang="it-IT" sz="1800" b="0" i="0" u="none" strike="noStrike" kern="1200" cap="none" spc="0" baseline="0">
                  <a:solidFill>
                    <a:srgbClr val="000000"/>
                  </a:solidFill>
                  <a:uFillTx/>
                  <a:latin typeface="Cambria Math" pitchFamily="18"/>
                  <a:ea typeface="Cambria Math" pitchFamily="18"/>
                </a:endParaRPr>
              </a:p>
              <a:p>
                <a:pPr marL="285750" marR="0" lvl="0" indent="-285750" algn="just" defTabSz="914400" rtl="0" fontAlgn="auto" hangingPunct="1">
                  <a:lnSpc>
                    <a:spcPct val="80000"/>
                  </a:lnSpc>
                  <a:spcBef>
                    <a:spcPts val="385"/>
                  </a:spcBef>
                  <a:spcAft>
                    <a:spcPts val="600"/>
                  </a:spcAft>
                  <a:buClr>
                    <a:srgbClr val="4472C4"/>
                  </a:buClr>
                  <a:buSzPct val="100000"/>
                  <a:buFont typeface="Arial" pitchFamily="34"/>
                  <a:buChar char="•"/>
                  <a:tabLst/>
                  <a:defRPr sz="1800" b="0" i="0" u="none" strike="noStrike" kern="0" cap="none" spc="0" baseline="0">
                    <a:solidFill>
                      <a:srgbClr val="000000"/>
                    </a:solidFill>
                    <a:uFillTx/>
                  </a:defRPr>
                </a:pPr>
                <a14:m>
                  <m:oMath xmlns:m="http://schemas.openxmlformats.org/officeDocument/2006/math">
                    <m:r>
                      <a:rPr lang="en-US" i="1">
                        <a:latin typeface="Cambria Math" panose="02040503050406030204" pitchFamily="18" charset="0"/>
                      </a:rPr>
                      <m:t>𝑝</m:t>
                    </m:r>
                  </m:oMath>
                </a14:m>
                <a:r>
                  <a:rPr lang="en-GB" sz="1800" b="0" i="0" u="none" strike="noStrike" kern="1200" cap="none" spc="0" baseline="0">
                    <a:solidFill>
                      <a:srgbClr val="000000"/>
                    </a:solidFill>
                    <a:uFillTx/>
                    <a:latin typeface="Cambria Math" pitchFamily="18"/>
                    <a:ea typeface="Cambria Math" pitchFamily="18"/>
                  </a:rPr>
                  <a:t> is the vehicle position </a:t>
                </a:r>
                <a14:m>
                  <m:oMath xmlns:m="http://schemas.openxmlformats.org/officeDocument/2006/math">
                    <m:r>
                      <a:rPr lang="en-US">
                        <a:latin typeface="Cambria Math" panose="02040503050406030204" pitchFamily="18" charset="0"/>
                      </a:rPr>
                      <m:t>[</m:t>
                    </m:r>
                    <m:r>
                      <a:rPr lang="en-US" i="1">
                        <a:latin typeface="Cambria Math" panose="02040503050406030204" pitchFamily="18" charset="0"/>
                      </a:rPr>
                      <m:t>𝑚</m:t>
                    </m:r>
                    <m:r>
                      <a:rPr lang="en-US" i="0">
                        <a:latin typeface="Cambria Math" panose="02040503050406030204" pitchFamily="18" charset="0"/>
                      </a:rPr>
                      <m:t>]</m:t>
                    </m:r>
                  </m:oMath>
                </a14:m>
                <a:r>
                  <a:rPr lang="en-GB" sz="1800" b="0" i="0" u="none" strike="noStrike" kern="1200" cap="none" spc="0" baseline="0">
                    <a:solidFill>
                      <a:srgbClr val="000000"/>
                    </a:solidFill>
                    <a:uFillTx/>
                    <a:latin typeface="Cambria Math" pitchFamily="18"/>
                    <a:ea typeface="Cambria Math" pitchFamily="18"/>
                  </a:rPr>
                  <a:t>;</a:t>
                </a:r>
                <a:endParaRPr lang="it-IT" sz="1800" b="0" i="0" u="none" strike="noStrike" kern="1200" cap="none" spc="0" baseline="0">
                  <a:solidFill>
                    <a:srgbClr val="000000"/>
                  </a:solidFill>
                  <a:uFillTx/>
                  <a:latin typeface="Cambria Math" pitchFamily="18"/>
                  <a:ea typeface="Cambria Math" pitchFamily="18"/>
                </a:endParaRPr>
              </a:p>
              <a:p>
                <a:pPr marL="285750" marR="0" lvl="0" indent="-285750" algn="just" defTabSz="914400" rtl="0" fontAlgn="auto" hangingPunct="1">
                  <a:lnSpc>
                    <a:spcPct val="80000"/>
                  </a:lnSpc>
                  <a:spcBef>
                    <a:spcPts val="385"/>
                  </a:spcBef>
                  <a:spcAft>
                    <a:spcPts val="600"/>
                  </a:spcAft>
                  <a:buClr>
                    <a:srgbClr val="4472C4"/>
                  </a:buClr>
                  <a:buSzPct val="100000"/>
                  <a:buFont typeface="Arial" pitchFamily="34"/>
                  <a:buChar char="•"/>
                  <a:tabLst/>
                  <a:defRPr sz="1800" b="0" i="0" u="none" strike="noStrike" kern="0" cap="none" spc="0" baseline="0">
                    <a:solidFill>
                      <a:srgbClr val="000000"/>
                    </a:solidFill>
                    <a:uFillTx/>
                  </a:defRPr>
                </a:pPr>
                <a:r>
                  <a:rPr lang="en-GB" sz="1800" b="0" i="1" u="none" strike="noStrike" kern="1200" cap="none" spc="0" baseline="0">
                    <a:solidFill>
                      <a:srgbClr val="000000"/>
                    </a:solidFill>
                    <a:uFillTx/>
                    <a:latin typeface="Cambria Math" pitchFamily="18"/>
                    <a:ea typeface="Cambria Math" pitchFamily="18"/>
                  </a:rPr>
                  <a:t>u </a:t>
                </a:r>
                <a:r>
                  <a:rPr lang="en-GB" sz="1800" b="0" i="0" u="none" strike="noStrike" kern="1200" cap="none" spc="0" baseline="0">
                    <a:solidFill>
                      <a:srgbClr val="000000"/>
                    </a:solidFill>
                    <a:uFillTx/>
                    <a:latin typeface="Cambria Math" pitchFamily="18"/>
                    <a:ea typeface="Cambria Math" pitchFamily="18"/>
                  </a:rPr>
                  <a:t>is the control input </a:t>
                </a:r>
                <a14:m>
                  <m:oMath xmlns:m="http://schemas.openxmlformats.org/officeDocument/2006/math">
                    <m:r>
                      <a:rPr lang="en-US">
                        <a:latin typeface="Cambria Math" panose="02040503050406030204" pitchFamily="18" charset="0"/>
                      </a:rPr>
                      <m:t>[</m:t>
                    </m:r>
                    <m:r>
                      <a:rPr lang="en-US" i="1">
                        <a:latin typeface="Cambria Math" panose="02040503050406030204" pitchFamily="18" charset="0"/>
                      </a:rPr>
                      <m:t>𝑁𝑚</m:t>
                    </m:r>
                    <m:r>
                      <a:rPr lang="en-US" i="0">
                        <a:latin typeface="Cambria Math" panose="02040503050406030204" pitchFamily="18" charset="0"/>
                      </a:rPr>
                      <m:t>]</m:t>
                    </m:r>
                  </m:oMath>
                </a14:m>
                <a:r>
                  <a:rPr lang="en-GB" sz="1800" b="0" i="0" u="none" strike="noStrike" kern="1200" cap="none" spc="0" baseline="0">
                    <a:solidFill>
                      <a:srgbClr val="000000"/>
                    </a:solidFill>
                    <a:uFillTx/>
                    <a:latin typeface="Cambria Math" pitchFamily="18"/>
                    <a:ea typeface="Cambria Math" pitchFamily="18"/>
                  </a:rPr>
                  <a:t>;</a:t>
                </a:r>
                <a:endParaRPr lang="it-IT" sz="1800" b="0" i="0" u="none" strike="noStrike" kern="1200" cap="none" spc="0" baseline="0">
                  <a:solidFill>
                    <a:srgbClr val="000000"/>
                  </a:solidFill>
                  <a:uFillTx/>
                  <a:latin typeface="Cambria Math" pitchFamily="18"/>
                  <a:ea typeface="Cambria Math" pitchFamily="18"/>
                </a:endParaRPr>
              </a:p>
              <a:p>
                <a:pPr marL="285750" marR="0" lvl="0" indent="-285750" algn="just" defTabSz="914400" rtl="0" fontAlgn="auto" hangingPunct="1">
                  <a:lnSpc>
                    <a:spcPct val="80000"/>
                  </a:lnSpc>
                  <a:spcBef>
                    <a:spcPts val="385"/>
                  </a:spcBef>
                  <a:spcAft>
                    <a:spcPts val="600"/>
                  </a:spcAft>
                  <a:buClr>
                    <a:srgbClr val="4472C4"/>
                  </a:buClr>
                  <a:buSzPct val="100000"/>
                  <a:buFont typeface="Arial" pitchFamily="34"/>
                  <a:buChar char="•"/>
                  <a:tabLst/>
                  <a:defRPr sz="1800" b="0" i="0" u="none" strike="noStrike" kern="0" cap="none" spc="0" baseline="0">
                    <a:solidFill>
                      <a:srgbClr val="000000"/>
                    </a:solidFill>
                    <a:uFillTx/>
                  </a:defRPr>
                </a:pPr>
                <a14:m>
                  <m:oMath xmlns:m="http://schemas.openxmlformats.org/officeDocument/2006/math">
                    <m:r>
                      <a:rPr lang="en-US" i="1">
                        <a:latin typeface="Cambria Math" panose="02040503050406030204" pitchFamily="18" charset="0"/>
                      </a:rPr>
                      <m:t>𝑚</m:t>
                    </m:r>
                  </m:oMath>
                </a14:m>
                <a:r>
                  <a:rPr lang="it-IT" sz="1800" b="0" i="1" u="none" strike="noStrike" kern="1200" cap="none" spc="0" baseline="0">
                    <a:solidFill>
                      <a:srgbClr val="000000"/>
                    </a:solidFill>
                    <a:uFillTx/>
                    <a:latin typeface="Cambria Math" pitchFamily="18"/>
                    <a:ea typeface="Cambria Math" pitchFamily="18"/>
                  </a:rPr>
                  <a:t> </a:t>
                </a:r>
                <a:r>
                  <a:rPr lang="en-GB" sz="1800" b="0" i="0" u="none" strike="noStrike" kern="1200" cap="none" spc="0" baseline="0">
                    <a:solidFill>
                      <a:srgbClr val="000000"/>
                    </a:solidFill>
                    <a:uFillTx/>
                    <a:latin typeface="Cambria Math" pitchFamily="18"/>
                    <a:ea typeface="Cambria Math" pitchFamily="18"/>
                  </a:rPr>
                  <a:t>is the vehicle mass </a:t>
                </a:r>
                <a14:m>
                  <m:oMath xmlns:m="http://schemas.openxmlformats.org/officeDocument/2006/math">
                    <m:r>
                      <a:rPr lang="en-US">
                        <a:latin typeface="Cambria Math" panose="02040503050406030204" pitchFamily="18" charset="0"/>
                      </a:rPr>
                      <m:t>[</m:t>
                    </m:r>
                    <m:r>
                      <a:rPr lang="en-US" i="1">
                        <a:latin typeface="Cambria Math" panose="02040503050406030204" pitchFamily="18" charset="0"/>
                      </a:rPr>
                      <m:t>𝑘𝑔</m:t>
                    </m:r>
                    <m:r>
                      <a:rPr lang="en-US" i="0">
                        <a:latin typeface="Cambria Math" panose="02040503050406030204" pitchFamily="18" charset="0"/>
                      </a:rPr>
                      <m:t>]</m:t>
                    </m:r>
                  </m:oMath>
                </a14:m>
                <a:r>
                  <a:rPr lang="en-GB" sz="1800" b="0" i="0" u="none" strike="noStrike" kern="1200" cap="none" spc="0" baseline="0">
                    <a:solidFill>
                      <a:srgbClr val="000000"/>
                    </a:solidFill>
                    <a:uFillTx/>
                    <a:latin typeface="Cambria Math" pitchFamily="18"/>
                    <a:ea typeface="Cambria Math" pitchFamily="18"/>
                  </a:rPr>
                  <a:t>;</a:t>
                </a:r>
                <a:endParaRPr lang="it-IT" sz="1800" b="0" i="0" u="none" strike="noStrike" kern="1200" cap="none" spc="0" baseline="0">
                  <a:solidFill>
                    <a:srgbClr val="000000"/>
                  </a:solidFill>
                  <a:uFillTx/>
                  <a:latin typeface="Cambria Math" pitchFamily="18"/>
                  <a:ea typeface="Cambria Math" pitchFamily="18"/>
                </a:endParaRPr>
              </a:p>
              <a:p>
                <a:pPr marL="285750" marR="0" lvl="0" indent="-285750" algn="just" defTabSz="914400" rtl="0" fontAlgn="auto" hangingPunct="1">
                  <a:lnSpc>
                    <a:spcPct val="80000"/>
                  </a:lnSpc>
                  <a:spcBef>
                    <a:spcPts val="385"/>
                  </a:spcBef>
                  <a:spcAft>
                    <a:spcPts val="600"/>
                  </a:spcAft>
                  <a:buClr>
                    <a:srgbClr val="4472C4"/>
                  </a:buClr>
                  <a:buSzPct val="100000"/>
                  <a:buFont typeface="Arial" pitchFamily="34"/>
                  <a:buChar char="•"/>
                  <a:tabLst/>
                  <a:defRPr sz="1800" b="0" i="0" u="none" strike="noStrike" kern="0" cap="none" spc="0" baseline="0">
                    <a:solidFill>
                      <a:srgbClr val="000000"/>
                    </a:solidFill>
                    <a:uFillTx/>
                  </a:defRPr>
                </a:pPr>
                <a14:m>
                  <m:oMath xmlns:m="http://schemas.openxmlformats.org/officeDocument/2006/math">
                    <m:r>
                      <a:rPr lang="en-US" i="1">
                        <a:latin typeface="Cambria Math" panose="02040503050406030204" pitchFamily="18" charset="0"/>
                      </a:rPr>
                      <m:t>𝑔</m:t>
                    </m:r>
                  </m:oMath>
                </a14:m>
                <a:r>
                  <a:rPr lang="en-GB" sz="1800" b="0" i="0" u="none" strike="noStrike" kern="1200" cap="none" spc="0" baseline="0">
                    <a:solidFill>
                      <a:srgbClr val="000000"/>
                    </a:solidFill>
                    <a:uFillTx/>
                    <a:latin typeface="Cambria Math" pitchFamily="18"/>
                    <a:ea typeface="Cambria Math" pitchFamily="18"/>
                  </a:rPr>
                  <a:t> is the gravity acceleration </a:t>
                </a:r>
                <a14:m>
                  <m:oMath xmlns:m="http://schemas.openxmlformats.org/officeDocument/2006/math">
                    <m:r>
                      <a:rPr lang="en-US">
                        <a:latin typeface="Cambria Math" panose="02040503050406030204" pitchFamily="18" charset="0"/>
                      </a:rPr>
                      <m:t>[</m:t>
                    </m:r>
                    <m:f>
                      <m:fPr>
                        <m:type m:val="lin"/>
                        <m:ctrlPr>
                          <a:rPr lang="en-US" i="1">
                            <a:latin typeface="Cambria Math" panose="02040503050406030204" pitchFamily="18" charset="0"/>
                          </a:rPr>
                        </m:ctrlPr>
                      </m:fPr>
                      <m:num>
                        <m:r>
                          <a:rPr lang="en-US" i="1">
                            <a:latin typeface="Cambria Math" panose="02040503050406030204" pitchFamily="18" charset="0"/>
                          </a:rPr>
                          <m:t>𝑚</m:t>
                        </m:r>
                      </m:num>
                      <m:den>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0">
                                <a:latin typeface="Cambria Math" panose="02040503050406030204" pitchFamily="18" charset="0"/>
                              </a:rPr>
                              <m:t>2</m:t>
                            </m:r>
                          </m:sup>
                        </m:sSup>
                        <m:r>
                          <a:rPr lang="en-US" i="0">
                            <a:latin typeface="Cambria Math" panose="02040503050406030204" pitchFamily="18" charset="0"/>
                          </a:rPr>
                          <m:t>]</m:t>
                        </m:r>
                      </m:den>
                    </m:f>
                  </m:oMath>
                </a14:m>
                <a:r>
                  <a:rPr lang="en-GB" sz="1800" b="0" i="0" u="none" strike="noStrike" kern="1200" cap="none" spc="0" baseline="0">
                    <a:solidFill>
                      <a:srgbClr val="000000"/>
                    </a:solidFill>
                    <a:uFillTx/>
                    <a:latin typeface="Cambria Math" pitchFamily="18"/>
                    <a:ea typeface="Cambria Math" pitchFamily="18"/>
                  </a:rPr>
                  <a:t>;</a:t>
                </a:r>
                <a:endParaRPr lang="it-IT" sz="1800" b="0" i="0" u="none" strike="noStrike" kern="1200" cap="none" spc="0" baseline="0">
                  <a:solidFill>
                    <a:srgbClr val="000000"/>
                  </a:solidFill>
                  <a:uFillTx/>
                  <a:latin typeface="Cambria Math" pitchFamily="18"/>
                  <a:ea typeface="Cambria Math" pitchFamily="18"/>
                </a:endParaRPr>
              </a:p>
              <a:p>
                <a:pPr marL="285750" marR="0" lvl="0" indent="-285750" algn="just" defTabSz="914400" rtl="0" fontAlgn="auto" hangingPunct="1">
                  <a:lnSpc>
                    <a:spcPct val="80000"/>
                  </a:lnSpc>
                  <a:spcBef>
                    <a:spcPts val="385"/>
                  </a:spcBef>
                  <a:spcAft>
                    <a:spcPts val="600"/>
                  </a:spcAft>
                  <a:buClr>
                    <a:srgbClr val="4472C4"/>
                  </a:buClr>
                  <a:buSzPct val="100000"/>
                  <a:buFont typeface="Arial" pitchFamily="34"/>
                  <a:buChar char="•"/>
                  <a:tabLst/>
                  <a:defRPr sz="1800" b="0" i="0" u="none" strike="noStrike" kern="0" cap="none" spc="0" baseline="0">
                    <a:solidFill>
                      <a:srgbClr val="000000"/>
                    </a:solidFill>
                    <a:uFillTx/>
                  </a:defRP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𝑟</m:t>
                        </m:r>
                      </m:sub>
                    </m:sSub>
                  </m:oMath>
                </a14:m>
                <a:r>
                  <a:rPr lang="en-GB" sz="1800" b="0" i="0" u="none" strike="noStrike" kern="1200" cap="none" spc="0" baseline="0">
                    <a:solidFill>
                      <a:srgbClr val="000000"/>
                    </a:solidFill>
                    <a:uFillTx/>
                    <a:latin typeface="Cambria Math" pitchFamily="18"/>
                    <a:ea typeface="Cambria Math" pitchFamily="18"/>
                  </a:rPr>
                  <a:t> is the rolling resistance coefficient;</a:t>
                </a:r>
                <a:endParaRPr lang="it-IT" sz="1800" b="0" i="0" u="none" strike="noStrike" kern="1200" cap="none" spc="0" baseline="0">
                  <a:solidFill>
                    <a:srgbClr val="000000"/>
                  </a:solidFill>
                  <a:uFillTx/>
                  <a:latin typeface="Cambria Math" pitchFamily="18"/>
                  <a:ea typeface="Cambria Math" pitchFamily="18"/>
                </a:endParaRPr>
              </a:p>
              <a:p>
                <a:pPr marL="285750" marR="0" lvl="0" indent="-285750" algn="just" defTabSz="914400" rtl="0" fontAlgn="auto" hangingPunct="1">
                  <a:lnSpc>
                    <a:spcPct val="80000"/>
                  </a:lnSpc>
                  <a:spcBef>
                    <a:spcPts val="385"/>
                  </a:spcBef>
                  <a:spcAft>
                    <a:spcPts val="600"/>
                  </a:spcAft>
                  <a:buClr>
                    <a:srgbClr val="4472C4"/>
                  </a:buClr>
                  <a:buSzPct val="100000"/>
                  <a:buFont typeface="Arial" pitchFamily="34"/>
                  <a:buChar char="•"/>
                  <a:tabLst/>
                  <a:defRPr sz="1800" b="0" i="0" u="none" strike="noStrike" kern="0" cap="none" spc="0" baseline="0">
                    <a:solidFill>
                      <a:srgbClr val="000000"/>
                    </a:solidFill>
                    <a:uFillTx/>
                  </a:defRPr>
                </a:pPr>
                <a14:m>
                  <m:oMath xmlns:m="http://schemas.openxmlformats.org/officeDocument/2006/math">
                    <m:r>
                      <a:rPr lang="en-US" i="1">
                        <a:latin typeface="Cambria Math" panose="02040503050406030204" pitchFamily="18" charset="0"/>
                      </a:rPr>
                      <m:t>𝜌</m:t>
                    </m:r>
                  </m:oMath>
                </a14:m>
                <a:r>
                  <a:rPr lang="en-GB" sz="1800" b="0" i="0" u="none" strike="noStrike" kern="1200" cap="none" spc="0" baseline="0">
                    <a:solidFill>
                      <a:srgbClr val="000000"/>
                    </a:solidFill>
                    <a:uFillTx/>
                    <a:latin typeface="Cambria Math" pitchFamily="18"/>
                    <a:ea typeface="Cambria Math" pitchFamily="18"/>
                  </a:rPr>
                  <a:t> is the air density </a:t>
                </a:r>
                <a14:m>
                  <m:oMath xmlns:m="http://schemas.openxmlformats.org/officeDocument/2006/math">
                    <m:r>
                      <a:rPr lang="en-US">
                        <a:latin typeface="Cambria Math" panose="02040503050406030204" pitchFamily="18" charset="0"/>
                      </a:rPr>
                      <m:t>[</m:t>
                    </m:r>
                    <m:f>
                      <m:fPr>
                        <m:type m:val="lin"/>
                        <m:ctrlPr>
                          <a:rPr lang="en-US" i="1">
                            <a:latin typeface="Cambria Math" panose="02040503050406030204" pitchFamily="18" charset="0"/>
                          </a:rPr>
                        </m:ctrlPr>
                      </m:fPr>
                      <m:num>
                        <m:r>
                          <a:rPr lang="en-US" i="1">
                            <a:latin typeface="Cambria Math" panose="02040503050406030204" pitchFamily="18" charset="0"/>
                          </a:rPr>
                          <m:t>𝑘𝑔</m:t>
                        </m:r>
                      </m:num>
                      <m:den>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0">
                                <a:latin typeface="Cambria Math" panose="02040503050406030204" pitchFamily="18" charset="0"/>
                              </a:rPr>
                              <m:t>3</m:t>
                            </m:r>
                          </m:sup>
                        </m:sSup>
                        <m:r>
                          <a:rPr lang="en-US" i="0">
                            <a:latin typeface="Cambria Math" panose="02040503050406030204" pitchFamily="18" charset="0"/>
                          </a:rPr>
                          <m:t>]</m:t>
                        </m:r>
                      </m:den>
                    </m:f>
                  </m:oMath>
                </a14:m>
                <a:r>
                  <a:rPr lang="en-GB" sz="1800" b="0" i="0" u="none" strike="noStrike" kern="1200" cap="none" spc="0" baseline="0">
                    <a:solidFill>
                      <a:srgbClr val="000000"/>
                    </a:solidFill>
                    <a:uFillTx/>
                    <a:latin typeface="Cambria Math" pitchFamily="18"/>
                    <a:ea typeface="Cambria Math" pitchFamily="18"/>
                  </a:rPr>
                  <a:t>;</a:t>
                </a:r>
                <a:endParaRPr lang="it-IT" sz="1800" b="0" i="0" u="none" strike="noStrike" kern="1200" cap="none" spc="0" baseline="0">
                  <a:solidFill>
                    <a:srgbClr val="000000"/>
                  </a:solidFill>
                  <a:uFillTx/>
                  <a:latin typeface="Cambria Math" pitchFamily="18"/>
                  <a:ea typeface="Cambria Math" pitchFamily="18"/>
                </a:endParaRPr>
              </a:p>
              <a:p>
                <a:pPr marL="285750" marR="0" lvl="0" indent="-285750" algn="just" defTabSz="914400" rtl="0" fontAlgn="auto" hangingPunct="1">
                  <a:lnSpc>
                    <a:spcPct val="80000"/>
                  </a:lnSpc>
                  <a:spcBef>
                    <a:spcPts val="385"/>
                  </a:spcBef>
                  <a:spcAft>
                    <a:spcPts val="600"/>
                  </a:spcAft>
                  <a:buClr>
                    <a:srgbClr val="4472C4"/>
                  </a:buClr>
                  <a:buSzPct val="100000"/>
                  <a:buFont typeface="Arial" pitchFamily="34"/>
                  <a:buChar char="•"/>
                  <a:tabLst/>
                  <a:defRPr sz="1800" b="0" i="0" u="none" strike="noStrike" kern="0" cap="none" spc="0" baseline="0">
                    <a:solidFill>
                      <a:srgbClr val="000000"/>
                    </a:solidFill>
                    <a:uFillTx/>
                  </a:defRP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𝐷</m:t>
                        </m:r>
                      </m:sub>
                    </m:sSub>
                  </m:oMath>
                </a14:m>
                <a:r>
                  <a:rPr lang="en-GB" sz="1800" b="0" i="0" u="none" strike="noStrike" kern="1200" cap="none" spc="0" baseline="0">
                    <a:solidFill>
                      <a:srgbClr val="000000"/>
                    </a:solidFill>
                    <a:uFillTx/>
                    <a:latin typeface="Cambria Math" pitchFamily="18"/>
                    <a:ea typeface="Cambria Math" pitchFamily="18"/>
                  </a:rPr>
                  <a:t> is the drag coefficient;</a:t>
                </a:r>
              </a:p>
              <a:p>
                <a:pPr marL="285750" marR="0" lvl="0" indent="-285750" algn="just" defTabSz="914400" rtl="0" fontAlgn="auto" hangingPunct="1">
                  <a:lnSpc>
                    <a:spcPct val="80000"/>
                  </a:lnSpc>
                  <a:spcBef>
                    <a:spcPts val="385"/>
                  </a:spcBef>
                  <a:spcAft>
                    <a:spcPts val="600"/>
                  </a:spcAft>
                  <a:buClr>
                    <a:srgbClr val="4472C4"/>
                  </a:buClr>
                  <a:buSzPct val="100000"/>
                  <a:buFont typeface="Arial" pitchFamily="34"/>
                  <a:buChar char="•"/>
                  <a:tabLst/>
                  <a:defRPr sz="1800" b="0" i="0" u="none" strike="noStrike" kern="0" cap="none" spc="0" baseline="0">
                    <a:solidFill>
                      <a:srgbClr val="000000"/>
                    </a:solidFill>
                    <a:uFillTx/>
                  </a:defRPr>
                </a:pPr>
                <a14:m>
                  <m:oMath xmlns:m="http://schemas.openxmlformats.org/officeDocument/2006/math">
                    <m:r>
                      <a:rPr lang="en-US" i="1">
                        <a:latin typeface="Cambria Math" panose="02040503050406030204" pitchFamily="18" charset="0"/>
                      </a:rPr>
                      <m:t>𝜂</m:t>
                    </m:r>
                    <m:r>
                      <a:rPr lang="en-US" i="0">
                        <a:latin typeface="Cambria Math" panose="02040503050406030204" pitchFamily="18" charset="0"/>
                      </a:rPr>
                      <m:t> </m:t>
                    </m:r>
                    <m:r>
                      <a:rPr lang="en-US" i="1">
                        <a:latin typeface="Cambria Math" panose="02040503050406030204" pitchFamily="18" charset="0"/>
                      </a:rPr>
                      <m:t>𝑖𝑠</m:t>
                    </m:r>
                    <m:r>
                      <a:rPr lang="en-US" i="0">
                        <a:latin typeface="Cambria Math" panose="02040503050406030204" pitchFamily="18" charset="0"/>
                      </a:rPr>
                      <m:t> </m:t>
                    </m:r>
                    <m:r>
                      <a:rPr lang="en-US" i="1">
                        <a:latin typeface="Cambria Math" panose="02040503050406030204" pitchFamily="18" charset="0"/>
                      </a:rPr>
                      <m:t>𝑡h𝑒</m:t>
                    </m:r>
                    <m:r>
                      <a:rPr lang="en-US" i="0">
                        <a:latin typeface="Cambria Math" panose="02040503050406030204" pitchFamily="18" charset="0"/>
                      </a:rPr>
                      <m:t> </m:t>
                    </m:r>
                    <m:r>
                      <a:rPr lang="en-US" i="1">
                        <a:latin typeface="Cambria Math" panose="02040503050406030204" pitchFamily="18" charset="0"/>
                      </a:rPr>
                      <m:t>𝑒𝑓𝑓𝑖𝑐𝑖𝑒𝑛𝑐𝑦</m:t>
                    </m:r>
                  </m:oMath>
                </a14:m>
                <a:r>
                  <a:rPr lang="it-IT" sz="1800" b="0" i="0" u="none" strike="noStrike" kern="1200" cap="none" spc="0" baseline="0">
                    <a:solidFill>
                      <a:srgbClr val="000000"/>
                    </a:solidFill>
                    <a:uFillTx/>
                    <a:latin typeface="Cambria Math" pitchFamily="18"/>
                    <a:ea typeface="Cambria Math" pitchFamily="18"/>
                  </a:rPr>
                  <a:t>;</a:t>
                </a:r>
              </a:p>
              <a:p>
                <a:pPr marL="285750" marR="0" lvl="0" indent="-285750" algn="just" defTabSz="914400" rtl="0" fontAlgn="auto" hangingPunct="1">
                  <a:lnSpc>
                    <a:spcPct val="80000"/>
                  </a:lnSpc>
                  <a:spcBef>
                    <a:spcPts val="385"/>
                  </a:spcBef>
                  <a:spcAft>
                    <a:spcPts val="600"/>
                  </a:spcAft>
                  <a:buClr>
                    <a:srgbClr val="4472C4"/>
                  </a:buClr>
                  <a:buSzPct val="100000"/>
                  <a:buFont typeface="Arial" pitchFamily="34"/>
                  <a:buChar char="•"/>
                  <a:tabLst/>
                  <a:defRPr sz="1800" b="0" i="0" u="none" strike="noStrike" kern="0" cap="none" spc="0" baseline="0">
                    <a:solidFill>
                      <a:srgbClr val="000000"/>
                    </a:solidFill>
                    <a:uFillTx/>
                  </a:defRPr>
                </a:pPr>
                <a:r>
                  <a:rPr lang="it-IT" sz="1800" b="0" i="0" u="none" strike="noStrike" kern="1200" cap="none" spc="0" baseline="0">
                    <a:solidFill>
                      <a:srgbClr val="000000"/>
                    </a:solidFill>
                    <a:uFillTx/>
                    <a:latin typeface="Cambria Math" pitchFamily="18"/>
                    <a:ea typeface="Cambria Math" pitchFamily="18"/>
                  </a:rPr>
                  <a:t>R is the wheel radius;</a:t>
                </a:r>
              </a:p>
              <a:p>
                <a:pPr marL="285750" marR="0" lvl="0" indent="-285750" algn="just" defTabSz="914400" rtl="0" fontAlgn="auto" hangingPunct="1">
                  <a:lnSpc>
                    <a:spcPct val="80000"/>
                  </a:lnSpc>
                  <a:spcBef>
                    <a:spcPts val="385"/>
                  </a:spcBef>
                  <a:spcAft>
                    <a:spcPts val="600"/>
                  </a:spcAft>
                  <a:buClr>
                    <a:srgbClr val="4472C4"/>
                  </a:buClr>
                  <a:buSzPct val="100000"/>
                  <a:buFont typeface="Arial" pitchFamily="34"/>
                  <a:buChar char="•"/>
                  <a:tabLst/>
                  <a:defRPr sz="1800" b="0" i="0" u="none" strike="noStrike" kern="0" cap="none" spc="0" baseline="0">
                    <a:solidFill>
                      <a:srgbClr val="000000"/>
                    </a:solidFill>
                    <a:uFillTx/>
                  </a:defRPr>
                </a:pPr>
                <a:r>
                  <a:rPr lang="it-IT" sz="1800" b="0" i="0" u="none" strike="noStrike" kern="1200" cap="none" spc="0" baseline="0">
                    <a:solidFill>
                      <a:srgbClr val="000000"/>
                    </a:solidFill>
                    <a:uFillTx/>
                    <a:latin typeface="Cambria Math" pitchFamily="18"/>
                    <a:ea typeface="Cambria Math" pitchFamily="18"/>
                  </a:rPr>
                  <a:t>C</a:t>
                </a:r>
                <a:r>
                  <a:rPr lang="it-IT" sz="1800" b="0" i="0" u="none" strike="noStrike" kern="1200" cap="none" spc="0" baseline="-25000">
                    <a:solidFill>
                      <a:srgbClr val="000000"/>
                    </a:solidFill>
                    <a:uFillTx/>
                    <a:latin typeface="Cambria Math" pitchFamily="18"/>
                    <a:ea typeface="Cambria Math" pitchFamily="18"/>
                  </a:rPr>
                  <a:t>h</a:t>
                </a:r>
                <a:r>
                  <a:rPr lang="it-IT" sz="1800" b="0" i="0" u="none" strike="noStrike" kern="1200" cap="none" spc="0" baseline="0">
                    <a:solidFill>
                      <a:srgbClr val="000000"/>
                    </a:solidFill>
                    <a:uFillTx/>
                    <a:latin typeface="Cambria Math" pitchFamily="18"/>
                    <a:ea typeface="Cambria Math" pitchFamily="18"/>
                  </a:rPr>
                  <a:t> altitude factor </a:t>
                </a:r>
              </a:p>
              <a:p>
                <a:pPr marL="285750" marR="0" lvl="0" indent="-285750" algn="just" defTabSz="914400" rtl="0" fontAlgn="auto" hangingPunct="1">
                  <a:lnSpc>
                    <a:spcPct val="80000"/>
                  </a:lnSpc>
                  <a:spcBef>
                    <a:spcPts val="385"/>
                  </a:spcBef>
                  <a:spcAft>
                    <a:spcPts val="600"/>
                  </a:spcAft>
                  <a:buClr>
                    <a:srgbClr val="4472C4"/>
                  </a:buClr>
                  <a:buSzPct val="100000"/>
                  <a:buFont typeface="Arial" pitchFamily="34"/>
                  <a:buChar char="•"/>
                  <a:tabLst/>
                  <a:defRPr sz="1800" b="0" i="0" u="none" strike="noStrike" kern="0" cap="none" spc="0" baseline="0">
                    <a:solidFill>
                      <a:srgbClr val="000000"/>
                    </a:solidFill>
                    <a:uFillTx/>
                  </a:defRP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𝑓</m:t>
                        </m:r>
                      </m:sub>
                    </m:sSub>
                  </m:oMath>
                </a14:m>
                <a:r>
                  <a:rPr lang="en-GB" sz="1800" b="0" i="0" u="none" strike="noStrike" kern="1200" cap="none" spc="0" baseline="0">
                    <a:solidFill>
                      <a:srgbClr val="000000"/>
                    </a:solidFill>
                    <a:uFillTx/>
                    <a:latin typeface="Cambria Math" pitchFamily="18"/>
                    <a:ea typeface="Cambria Math" pitchFamily="18"/>
                  </a:rPr>
                  <a:t> is the frontal area of the vehicle </a:t>
                </a:r>
                <a14:m>
                  <m:oMath xmlns:m="http://schemas.openxmlformats.org/officeDocument/2006/math">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0">
                            <a:latin typeface="Cambria Math" panose="02040503050406030204" pitchFamily="18" charset="0"/>
                          </a:rPr>
                          <m:t>2</m:t>
                        </m:r>
                      </m:sup>
                    </m:sSup>
                    <m:r>
                      <a:rPr lang="en-US" i="0">
                        <a:latin typeface="Cambria Math" panose="02040503050406030204" pitchFamily="18" charset="0"/>
                      </a:rPr>
                      <m:t>]</m:t>
                    </m:r>
                  </m:oMath>
                </a14:m>
                <a:endParaRPr lang="it-IT" sz="1800" b="0" i="0" u="none" strike="noStrike" kern="1200" cap="none" spc="0" baseline="0">
                  <a:solidFill>
                    <a:srgbClr val="000000"/>
                  </a:solidFill>
                  <a:uFillTx/>
                  <a:latin typeface="Cambria Math" pitchFamily="18"/>
                  <a:ea typeface="Cambria Math" pitchFamily="18"/>
                </a:endParaRPr>
              </a:p>
              <a:p>
                <a:pPr marL="285750" marR="0" lvl="0" indent="-285750" algn="just" defTabSz="914400" rtl="0" fontAlgn="auto" hangingPunct="1">
                  <a:lnSpc>
                    <a:spcPct val="80000"/>
                  </a:lnSpc>
                  <a:spcBef>
                    <a:spcPts val="385"/>
                  </a:spcBef>
                  <a:spcAft>
                    <a:spcPts val="600"/>
                  </a:spcAft>
                  <a:buClr>
                    <a:srgbClr val="4472C4"/>
                  </a:buClr>
                  <a:buSzPct val="100000"/>
                  <a:buFont typeface="Arial" pitchFamily="34"/>
                  <a:buChar char="•"/>
                  <a:tabLst/>
                  <a:defRPr sz="1800" b="0" i="0" u="none" strike="noStrike" kern="0" cap="none" spc="0" baseline="0">
                    <a:solidFill>
                      <a:srgbClr val="000000"/>
                    </a:solidFill>
                    <a:uFillTx/>
                  </a:defRPr>
                </a:pPr>
                <a14:m>
                  <m:oMath xmlns:m="http://schemas.openxmlformats.org/officeDocument/2006/math">
                    <m:r>
                      <a:rPr lang="en-US" i="1">
                        <a:latin typeface="Cambria Math" panose="02040503050406030204" pitchFamily="18" charset="0"/>
                      </a:rPr>
                      <m:t>𝜃</m:t>
                    </m:r>
                  </m:oMath>
                </a14:m>
                <a:r>
                  <a:rPr lang="en-GB" sz="1800" b="0" i="0" u="none" strike="noStrike" kern="1200" cap="none" spc="0" baseline="0">
                    <a:solidFill>
                      <a:srgbClr val="000000"/>
                    </a:solidFill>
                    <a:uFillTx/>
                    <a:latin typeface="Cambria Math" pitchFamily="18"/>
                    <a:ea typeface="Cambria Math" pitchFamily="18"/>
                  </a:rPr>
                  <a:t> is the road-track slope </a:t>
                </a:r>
                <a14:m>
                  <m:oMath xmlns:m="http://schemas.openxmlformats.org/officeDocument/2006/math">
                    <m:r>
                      <a:rPr lang="en-US">
                        <a:latin typeface="Cambria Math" panose="02040503050406030204" pitchFamily="18" charset="0"/>
                      </a:rPr>
                      <m:t>[</m:t>
                    </m:r>
                    <m:r>
                      <a:rPr lang="en-US" i="1">
                        <a:latin typeface="Cambria Math" panose="02040503050406030204" pitchFamily="18" charset="0"/>
                      </a:rPr>
                      <m:t>𝑟𝑎𝑑</m:t>
                    </m:r>
                    <m:r>
                      <a:rPr lang="en-US" i="0">
                        <a:latin typeface="Cambria Math" panose="02040503050406030204" pitchFamily="18" charset="0"/>
                      </a:rPr>
                      <m:t>]</m:t>
                    </m:r>
                  </m:oMath>
                </a14:m>
                <a:r>
                  <a:rPr lang="en-GB" sz="1800" b="0" i="0" u="none" strike="noStrike" kern="1200" cap="none" spc="0" baseline="0">
                    <a:solidFill>
                      <a:srgbClr val="000000"/>
                    </a:solidFill>
                    <a:uFillTx/>
                    <a:latin typeface="Cambria Math" pitchFamily="18"/>
                    <a:ea typeface="Cambria Math" pitchFamily="18"/>
                  </a:rPr>
                  <a:t>;</a:t>
                </a:r>
                <a:endParaRPr lang="it-IT" sz="1800" b="0" i="0" u="none" strike="noStrike" kern="1200" cap="none" spc="0" baseline="0">
                  <a:solidFill>
                    <a:srgbClr val="000000"/>
                  </a:solidFill>
                  <a:uFillTx/>
                  <a:latin typeface="Cambria Math" pitchFamily="18"/>
                  <a:ea typeface="Cambria Math" pitchFamily="18"/>
                </a:endParaRPr>
              </a:p>
              <a:p>
                <a:pPr marL="285750" marR="0" lvl="0" indent="-285750" algn="l" defTabSz="914400" rtl="0" fontAlgn="auto" hangingPunct="1">
                  <a:lnSpc>
                    <a:spcPct val="8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mbria Math" pitchFamily="18"/>
                  <a:ea typeface="Cambria Math" pitchFamily="18"/>
                </a:endParaRPr>
              </a:p>
              <a:p>
                <a:pPr marL="285750" marR="0" lvl="0" indent="-28575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mbria Math" pitchFamily="18"/>
                  <a:ea typeface="Cambria Math" pitchFamily="18"/>
                </a:endParaRPr>
              </a:p>
            </p:txBody>
          </p:sp>
        </mc:Choice>
        <mc:Fallback xmlns="">
          <p:sp>
            <p:nvSpPr>
              <p:cNvPr id="3" name="TextBox 5">
                <a:extLst>
                  <a:ext uri="{FF2B5EF4-FFF2-40B4-BE49-F238E27FC236}">
                    <a16:creationId xmlns:a16="http://schemas.microsoft.com/office/drawing/2014/main" id="{6AFF8ACC-4E54-4B0A-5786-5D32615DC273}"/>
                  </a:ext>
                </a:extLst>
              </p:cNvPr>
              <p:cNvSpPr txBox="1">
                <a:spLocks noRot="1" noChangeAspect="1" noMove="1" noResize="1" noEditPoints="1" noAdjustHandles="1" noChangeArrowheads="1" noChangeShapeType="1" noTextEdit="1"/>
              </p:cNvSpPr>
              <p:nvPr/>
            </p:nvSpPr>
            <p:spPr>
              <a:xfrm>
                <a:off x="448056" y="866046"/>
                <a:ext cx="4572000" cy="5455209"/>
              </a:xfrm>
              <a:prstGeom prst="rect">
                <a:avLst/>
              </a:prstGeom>
              <a:blipFill>
                <a:blip r:embed="rId3"/>
                <a:stretch>
                  <a:fillRect l="-933" t="-2458"/>
                </a:stretch>
              </a:blipFill>
              <a:ln cap="flat">
                <a:noFill/>
              </a:ln>
            </p:spPr>
            <p:txBody>
              <a:bodyPr/>
              <a:lstStyle/>
              <a:p>
                <a:r>
                  <a:rPr lang="en-US">
                    <a:noFill/>
                  </a:rPr>
                  <a:t> </a:t>
                </a:r>
              </a:p>
            </p:txBody>
          </p:sp>
        </mc:Fallback>
      </mc:AlternateContent>
      <p:sp>
        <p:nvSpPr>
          <p:cNvPr id="4" name="Rectangle 9">
            <a:extLst>
              <a:ext uri="{FF2B5EF4-FFF2-40B4-BE49-F238E27FC236}">
                <a16:creationId xmlns:a16="http://schemas.microsoft.com/office/drawing/2014/main" id="{D8BDF8F7-072A-A986-3B99-A4E7E96D0B9F}"/>
              </a:ext>
            </a:extLst>
          </p:cNvPr>
          <p:cNvSpPr/>
          <p:nvPr/>
        </p:nvSpPr>
        <p:spPr>
          <a:xfrm>
            <a:off x="0" y="0"/>
            <a:ext cx="12188823" cy="646334"/>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VEHICLE DYNAMICS PARAMETERS:</a:t>
            </a:r>
            <a:endParaRPr lang="en-IN" sz="3600" b="1" i="0" u="none" strike="noStrike" kern="1200" cap="none" spc="0" baseline="0">
              <a:solidFill>
                <a:srgbClr val="262626"/>
              </a:solidFill>
              <a:effectLst>
                <a:outerShdw dist="38096" dir="2700000">
                  <a:srgbClr val="5B9BD5"/>
                </a:outerShdw>
              </a:effectLst>
              <a:uFillTx/>
              <a:latin typeface="Calibri"/>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ppt_x</p:attrName>
                                        </p:attrNameLst>
                                      </p:cBhvr>
                                      <p:tavLst>
                                        <p:tav tm="0">
                                          <p:val>
                                            <p:strVal val="#ppt_x"/>
                                          </p:val>
                                        </p:tav>
                                        <p:tav tm="100000">
                                          <p:val>
                                            <p:strVal val="#ppt_x"/>
                                          </p:val>
                                        </p:tav>
                                      </p:tavLst>
                                    </p:anim>
                                    <p:anim calcmode="lin" valueType="num">
                                      <p:cBhvr>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30">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8DAC900B-2284-4F33-8944-488BFD65ADEC}"/>
              </a:ext>
            </a:extLst>
          </p:cNvPr>
          <p:cNvSpPr/>
          <p:nvPr/>
        </p:nvSpPr>
        <p:spPr>
          <a:xfrm>
            <a:off x="0" y="0"/>
            <a:ext cx="12188823" cy="646334"/>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none" strike="noStrike" kern="1200" cap="none" spc="0" baseline="0">
                <a:solidFill>
                  <a:srgbClr val="262626"/>
                </a:solidFill>
                <a:effectLst>
                  <a:outerShdw dist="38096" dir="2700000">
                    <a:srgbClr val="5B9BD5"/>
                  </a:outerShdw>
                </a:effectLst>
                <a:uFillTx/>
                <a:latin typeface="Times New Roman" pitchFamily="18"/>
                <a:cs typeface="Times New Roman" pitchFamily="18"/>
              </a:rPr>
              <a:t> </a:t>
            </a:r>
            <a:r>
              <a:rPr lang="en-US"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MATLAB CODE</a:t>
            </a:r>
            <a:r>
              <a:rPr lang="en-US" sz="3600" b="1" i="0" u="none" strike="noStrike" kern="1200" cap="none" spc="0" baseline="0">
                <a:solidFill>
                  <a:srgbClr val="262626"/>
                </a:solidFill>
                <a:effectLst>
                  <a:outerShdw dist="38096" dir="2700000">
                    <a:srgbClr val="5B9BD5"/>
                  </a:outerShdw>
                </a:effectLst>
                <a:uFillTx/>
                <a:latin typeface="Times New Roman" pitchFamily="18"/>
                <a:cs typeface="Times New Roman" pitchFamily="18"/>
              </a:rPr>
              <a:t>:-</a:t>
            </a:r>
            <a:endParaRPr lang="en-IN" sz="3600" b="1" i="0" u="none" strike="noStrike" kern="1200" cap="none" spc="0" baseline="0">
              <a:solidFill>
                <a:srgbClr val="262626"/>
              </a:solidFill>
              <a:effectLst>
                <a:outerShdw dist="38096" dir="2700000">
                  <a:srgbClr val="5B9BD5"/>
                </a:outerShdw>
              </a:effectLst>
              <a:uFillTx/>
              <a:latin typeface="Calibri"/>
            </a:endParaRPr>
          </a:p>
        </p:txBody>
      </p:sp>
      <p:pic>
        <p:nvPicPr>
          <p:cNvPr id="3" name="Picture 5" descr="A screenshot of a computer">
            <a:extLst>
              <a:ext uri="{FF2B5EF4-FFF2-40B4-BE49-F238E27FC236}">
                <a16:creationId xmlns:a16="http://schemas.microsoft.com/office/drawing/2014/main" id="{47E3738D-EEEE-2820-85F7-C156BAFF9765}"/>
              </a:ext>
            </a:extLst>
          </p:cNvPr>
          <p:cNvPicPr>
            <a:picLocks noChangeAspect="1"/>
          </p:cNvPicPr>
          <p:nvPr/>
        </p:nvPicPr>
        <p:blipFill>
          <a:blip r:embed="rId2"/>
          <a:stretch>
            <a:fillRect/>
          </a:stretch>
        </p:blipFill>
        <p:spPr>
          <a:xfrm>
            <a:off x="374839" y="803675"/>
            <a:ext cx="11439144" cy="5646063"/>
          </a:xfrm>
          <a:prstGeom prst="rect">
            <a:avLst/>
          </a:prstGeom>
          <a:solidFill>
            <a:srgbClr val="006666">
              <a:alpha val="61961"/>
            </a:srgbClr>
          </a:solidFill>
          <a:ln cap="flat">
            <a:noFill/>
          </a:ln>
        </p:spPr>
      </p:pic>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26">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438D60AE-EF63-EECD-6E3A-80CAFAA4DEAB}"/>
              </a:ext>
            </a:extLst>
          </p:cNvPr>
          <p:cNvSpPr txBox="1"/>
          <p:nvPr/>
        </p:nvSpPr>
        <p:spPr>
          <a:xfrm>
            <a:off x="4265611" y="776380"/>
            <a:ext cx="3505196" cy="461662"/>
          </a:xfrm>
          <a:prstGeom prst="rect">
            <a:avLst/>
          </a:prstGeom>
          <a:solidFill>
            <a:srgbClr val="C0DCD5"/>
          </a:solid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sng" strike="noStrike" kern="1200" cap="none" spc="0" baseline="0">
                <a:solidFill>
                  <a:srgbClr val="00B050"/>
                </a:solidFill>
                <a:uFillTx/>
                <a:latin typeface="Times New Roman" pitchFamily="18"/>
                <a:cs typeface="Times New Roman" pitchFamily="18"/>
              </a:rPr>
              <a:t>NON-LINEAR MODEL</a:t>
            </a:r>
            <a:endParaRPr lang="en-IN" sz="2400" b="1" i="0" u="sng" strike="noStrike" kern="1200" cap="none" spc="0" baseline="0">
              <a:solidFill>
                <a:srgbClr val="00B050"/>
              </a:solidFill>
              <a:uFillTx/>
              <a:latin typeface="Times New Roman" pitchFamily="18"/>
              <a:cs typeface="Times New Roman" pitchFamily="18"/>
            </a:endParaRPr>
          </a:p>
        </p:txBody>
      </p:sp>
      <p:pic>
        <p:nvPicPr>
          <p:cNvPr id="3" name="Content Placeholder 3">
            <a:extLst>
              <a:ext uri="{FF2B5EF4-FFF2-40B4-BE49-F238E27FC236}">
                <a16:creationId xmlns:a16="http://schemas.microsoft.com/office/drawing/2014/main" id="{721B1BB3-32E6-8C75-333A-BF36AFB972F5}"/>
              </a:ext>
            </a:extLst>
          </p:cNvPr>
          <p:cNvPicPr>
            <a:picLocks noGrp="1" noChangeAspect="1"/>
          </p:cNvPicPr>
          <p:nvPr>
            <p:ph idx="1"/>
          </p:nvPr>
        </p:nvPicPr>
        <p:blipFill>
          <a:blip r:embed="rId2"/>
          <a:stretch>
            <a:fillRect/>
          </a:stretch>
        </p:blipFill>
        <p:spPr>
          <a:xfrm>
            <a:off x="2157919" y="1280955"/>
            <a:ext cx="7872983" cy="1088136"/>
          </a:xfrm>
        </p:spPr>
      </p:pic>
      <p:sp>
        <p:nvSpPr>
          <p:cNvPr id="4" name="Arrow: Down 7">
            <a:extLst>
              <a:ext uri="{FF2B5EF4-FFF2-40B4-BE49-F238E27FC236}">
                <a16:creationId xmlns:a16="http://schemas.microsoft.com/office/drawing/2014/main" id="{9BEA4780-7D82-BCAB-8500-D9EDA5853DF4}"/>
              </a:ext>
            </a:extLst>
          </p:cNvPr>
          <p:cNvSpPr/>
          <p:nvPr/>
        </p:nvSpPr>
        <p:spPr>
          <a:xfrm>
            <a:off x="5632941" y="2596694"/>
            <a:ext cx="621792" cy="461662"/>
          </a:xfrm>
          <a:custGeom>
            <a:avLst>
              <a:gd name="f0" fmla="val 10800"/>
              <a:gd name="f1" fmla="val 5400"/>
            </a:avLst>
            <a:gdLst>
              <a:gd name="f2" fmla="val 10800000"/>
              <a:gd name="f3" fmla="val 5400000"/>
              <a:gd name="f4" fmla="val 180"/>
              <a:gd name="f5" fmla="val w"/>
              <a:gd name="f6" fmla="val h"/>
              <a:gd name="f7" fmla="val 0"/>
              <a:gd name="f8" fmla="val 21600"/>
              <a:gd name="f9" fmla="val 10800"/>
              <a:gd name="f10" fmla="+- 0 0 -270"/>
              <a:gd name="f11" fmla="+- 0 0 -90"/>
              <a:gd name="f12" fmla="*/ f5 1 21600"/>
              <a:gd name="f13" fmla="*/ f6 1 21600"/>
              <a:gd name="f14" fmla="+- f8 0 f7"/>
              <a:gd name="f15" fmla="pin 0 f1 10800"/>
              <a:gd name="f16" fmla="pin 0 f0 21600"/>
              <a:gd name="f17" fmla="*/ f10 f2 1"/>
              <a:gd name="f18" fmla="*/ f11 f2 1"/>
              <a:gd name="f19" fmla="val f15"/>
              <a:gd name="f20" fmla="val f16"/>
              <a:gd name="f21" fmla="*/ f14 1 21600"/>
              <a:gd name="f22" fmla="*/ f15 f12 1"/>
              <a:gd name="f23" fmla="*/ f16 f13 1"/>
              <a:gd name="f24" fmla="*/ f17 1 f4"/>
              <a:gd name="f25" fmla="*/ f18 1 f4"/>
              <a:gd name="f26" fmla="+- 21600 0 f19"/>
              <a:gd name="f27" fmla="+- 21600 0 f20"/>
              <a:gd name="f28" fmla="*/ 0 f21 1"/>
              <a:gd name="f29" fmla="*/ 21600 f21 1"/>
              <a:gd name="f30" fmla="*/ f19 f12 1"/>
              <a:gd name="f31" fmla="*/ f20 f13 1"/>
              <a:gd name="f32" fmla="+- f24 0 f3"/>
              <a:gd name="f33" fmla="+- f25 0 f3"/>
              <a:gd name="f34" fmla="*/ f27 f19 1"/>
              <a:gd name="f35" fmla="*/ f28 1 f21"/>
              <a:gd name="f36" fmla="*/ f29 1 f21"/>
              <a:gd name="f37" fmla="*/ f26 f12 1"/>
              <a:gd name="f38" fmla="*/ f34 1 10800"/>
              <a:gd name="f39" fmla="*/ f35 f13 1"/>
              <a:gd name="f40" fmla="*/ f35 f12 1"/>
              <a:gd name="f41" fmla="*/ f36 f12 1"/>
              <a:gd name="f42" fmla="+- f20 f38 0"/>
              <a:gd name="f43" fmla="*/ f42 f13 1"/>
            </a:gdLst>
            <a:ahLst>
              <a:ahXY gdRefX="f1" minX="f7" maxX="f9" gdRefY="f0" minY="f7" maxY="f8">
                <a:pos x="f22" y="f23"/>
              </a:ahXY>
            </a:ahLst>
            <a:cxnLst>
              <a:cxn ang="3cd4">
                <a:pos x="hc" y="t"/>
              </a:cxn>
              <a:cxn ang="0">
                <a:pos x="r" y="vc"/>
              </a:cxn>
              <a:cxn ang="cd4">
                <a:pos x="hc" y="b"/>
              </a:cxn>
              <a:cxn ang="cd2">
                <a:pos x="l" y="vc"/>
              </a:cxn>
              <a:cxn ang="f32">
                <a:pos x="f40" y="f31"/>
              </a:cxn>
              <a:cxn ang="f33">
                <a:pos x="f41" y="f31"/>
              </a:cxn>
            </a:cxnLst>
            <a:rect l="f30" t="f39" r="f37" b="f43"/>
            <a:pathLst>
              <a:path w="21600" h="21600">
                <a:moveTo>
                  <a:pt x="f19" y="f7"/>
                </a:moveTo>
                <a:lnTo>
                  <a:pt x="f19" y="f20"/>
                </a:lnTo>
                <a:lnTo>
                  <a:pt x="f7" y="f20"/>
                </a:lnTo>
                <a:lnTo>
                  <a:pt x="f9" y="f8"/>
                </a:lnTo>
                <a:lnTo>
                  <a:pt x="f8" y="f20"/>
                </a:lnTo>
                <a:lnTo>
                  <a:pt x="f26" y="f20"/>
                </a:lnTo>
                <a:lnTo>
                  <a:pt x="f26" y="f7"/>
                </a:lnTo>
                <a:close/>
              </a:path>
            </a:pathLst>
          </a:custGeom>
          <a:solidFill>
            <a:srgbClr val="4472C4"/>
          </a:solidFill>
          <a:ln w="12701" cap="flat">
            <a:solidFill>
              <a:srgbClr val="2F528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sp>
        <p:nvSpPr>
          <p:cNvPr id="5" name="TextBox 14">
            <a:extLst>
              <a:ext uri="{FF2B5EF4-FFF2-40B4-BE49-F238E27FC236}">
                <a16:creationId xmlns:a16="http://schemas.microsoft.com/office/drawing/2014/main" id="{0D90B472-3A6E-3914-FDD0-3607FC7F1FFC}"/>
              </a:ext>
            </a:extLst>
          </p:cNvPr>
          <p:cNvSpPr txBox="1"/>
          <p:nvPr/>
        </p:nvSpPr>
        <p:spPr>
          <a:xfrm>
            <a:off x="4632432" y="3094448"/>
            <a:ext cx="2554412" cy="461662"/>
          </a:xfrm>
          <a:prstGeom prst="rect">
            <a:avLst/>
          </a:prstGeom>
          <a:solidFill>
            <a:srgbClr val="A4B2D8"/>
          </a:solid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sng" strike="noStrike" kern="1200" cap="none" spc="0" baseline="0">
                <a:solidFill>
                  <a:srgbClr val="2F5597"/>
                </a:solidFill>
                <a:uFillTx/>
                <a:latin typeface="Times New Roman" pitchFamily="18"/>
                <a:cs typeface="Times New Roman" pitchFamily="18"/>
              </a:rPr>
              <a:t>CONTROL LAW</a:t>
            </a:r>
            <a:endParaRPr lang="en-IN" sz="2400" b="1" i="0" u="sng" strike="noStrike" kern="1200" cap="none" spc="0" baseline="0">
              <a:solidFill>
                <a:srgbClr val="2F5597"/>
              </a:solidFill>
              <a:uFillTx/>
              <a:latin typeface="Times New Roman" pitchFamily="18"/>
              <a:cs typeface="Times New Roman" pitchFamily="18"/>
            </a:endParaRPr>
          </a:p>
        </p:txBody>
      </p:sp>
      <p:pic>
        <p:nvPicPr>
          <p:cNvPr id="6" name="Immagine 16" descr="\documentclass{article}&#10;\usepackage{amsmath}&#10;\pagestyle{empty}&#10;\begin{document}&#10;&#10;$u(t) = \frac{Rm}{\eta}(g\sin(\theta) + gf_r\cos(\theta) + \frac{0.5}{m}\rho C_DC_hA_fv^2(t) + w(t))$&#10;&#10;\end{document}" title="IguanaTex Bitmap Display">
            <a:extLst>
              <a:ext uri="{FF2B5EF4-FFF2-40B4-BE49-F238E27FC236}">
                <a16:creationId xmlns:a16="http://schemas.microsoft.com/office/drawing/2014/main" id="{7B16A522-5266-1C92-4EC9-B45AA8F9CBE9}"/>
              </a:ext>
            </a:extLst>
          </p:cNvPr>
          <p:cNvPicPr>
            <a:picLocks noChangeAspect="1"/>
          </p:cNvPicPr>
          <p:nvPr/>
        </p:nvPicPr>
        <p:blipFill>
          <a:blip r:embed="rId3"/>
          <a:stretch>
            <a:fillRect/>
          </a:stretch>
        </p:blipFill>
        <p:spPr>
          <a:xfrm>
            <a:off x="2007290" y="3736924"/>
            <a:ext cx="8288725" cy="461662"/>
          </a:xfrm>
          <a:prstGeom prst="rect">
            <a:avLst/>
          </a:prstGeom>
          <a:noFill/>
          <a:ln cap="flat">
            <a:noFill/>
          </a:ln>
        </p:spPr>
      </p:pic>
      <p:sp>
        <p:nvSpPr>
          <p:cNvPr id="7" name="Arrow: Down 11">
            <a:extLst>
              <a:ext uri="{FF2B5EF4-FFF2-40B4-BE49-F238E27FC236}">
                <a16:creationId xmlns:a16="http://schemas.microsoft.com/office/drawing/2014/main" id="{07201C77-4FF5-E9DB-BB58-82B1B4A0CB2F}"/>
              </a:ext>
            </a:extLst>
          </p:cNvPr>
          <p:cNvSpPr/>
          <p:nvPr/>
        </p:nvSpPr>
        <p:spPr>
          <a:xfrm>
            <a:off x="5620158" y="4308826"/>
            <a:ext cx="621792" cy="556567"/>
          </a:xfrm>
          <a:custGeom>
            <a:avLst>
              <a:gd name="f0" fmla="val 10800"/>
              <a:gd name="f1" fmla="val 5400"/>
            </a:avLst>
            <a:gdLst>
              <a:gd name="f2" fmla="val 10800000"/>
              <a:gd name="f3" fmla="val 5400000"/>
              <a:gd name="f4" fmla="val 180"/>
              <a:gd name="f5" fmla="val w"/>
              <a:gd name="f6" fmla="val h"/>
              <a:gd name="f7" fmla="val 0"/>
              <a:gd name="f8" fmla="val 21600"/>
              <a:gd name="f9" fmla="val 10800"/>
              <a:gd name="f10" fmla="+- 0 0 -270"/>
              <a:gd name="f11" fmla="+- 0 0 -90"/>
              <a:gd name="f12" fmla="*/ f5 1 21600"/>
              <a:gd name="f13" fmla="*/ f6 1 21600"/>
              <a:gd name="f14" fmla="+- f8 0 f7"/>
              <a:gd name="f15" fmla="pin 0 f1 10800"/>
              <a:gd name="f16" fmla="pin 0 f0 21600"/>
              <a:gd name="f17" fmla="*/ f10 f2 1"/>
              <a:gd name="f18" fmla="*/ f11 f2 1"/>
              <a:gd name="f19" fmla="val f15"/>
              <a:gd name="f20" fmla="val f16"/>
              <a:gd name="f21" fmla="*/ f14 1 21600"/>
              <a:gd name="f22" fmla="*/ f15 f12 1"/>
              <a:gd name="f23" fmla="*/ f16 f13 1"/>
              <a:gd name="f24" fmla="*/ f17 1 f4"/>
              <a:gd name="f25" fmla="*/ f18 1 f4"/>
              <a:gd name="f26" fmla="+- 21600 0 f19"/>
              <a:gd name="f27" fmla="+- 21600 0 f20"/>
              <a:gd name="f28" fmla="*/ 0 f21 1"/>
              <a:gd name="f29" fmla="*/ 21600 f21 1"/>
              <a:gd name="f30" fmla="*/ f19 f12 1"/>
              <a:gd name="f31" fmla="*/ f20 f13 1"/>
              <a:gd name="f32" fmla="+- f24 0 f3"/>
              <a:gd name="f33" fmla="+- f25 0 f3"/>
              <a:gd name="f34" fmla="*/ f27 f19 1"/>
              <a:gd name="f35" fmla="*/ f28 1 f21"/>
              <a:gd name="f36" fmla="*/ f29 1 f21"/>
              <a:gd name="f37" fmla="*/ f26 f12 1"/>
              <a:gd name="f38" fmla="*/ f34 1 10800"/>
              <a:gd name="f39" fmla="*/ f35 f13 1"/>
              <a:gd name="f40" fmla="*/ f35 f12 1"/>
              <a:gd name="f41" fmla="*/ f36 f12 1"/>
              <a:gd name="f42" fmla="+- f20 f38 0"/>
              <a:gd name="f43" fmla="*/ f42 f13 1"/>
            </a:gdLst>
            <a:ahLst>
              <a:ahXY gdRefX="f1" minX="f7" maxX="f9" gdRefY="f0" minY="f7" maxY="f8">
                <a:pos x="f22" y="f23"/>
              </a:ahXY>
            </a:ahLst>
            <a:cxnLst>
              <a:cxn ang="3cd4">
                <a:pos x="hc" y="t"/>
              </a:cxn>
              <a:cxn ang="0">
                <a:pos x="r" y="vc"/>
              </a:cxn>
              <a:cxn ang="cd4">
                <a:pos x="hc" y="b"/>
              </a:cxn>
              <a:cxn ang="cd2">
                <a:pos x="l" y="vc"/>
              </a:cxn>
              <a:cxn ang="f32">
                <a:pos x="f40" y="f31"/>
              </a:cxn>
              <a:cxn ang="f33">
                <a:pos x="f41" y="f31"/>
              </a:cxn>
            </a:cxnLst>
            <a:rect l="f30" t="f39" r="f37" b="f43"/>
            <a:pathLst>
              <a:path w="21600" h="21600">
                <a:moveTo>
                  <a:pt x="f19" y="f7"/>
                </a:moveTo>
                <a:lnTo>
                  <a:pt x="f19" y="f20"/>
                </a:lnTo>
                <a:lnTo>
                  <a:pt x="f7" y="f20"/>
                </a:lnTo>
                <a:lnTo>
                  <a:pt x="f9" y="f8"/>
                </a:lnTo>
                <a:lnTo>
                  <a:pt x="f8" y="f20"/>
                </a:lnTo>
                <a:lnTo>
                  <a:pt x="f26" y="f20"/>
                </a:lnTo>
                <a:lnTo>
                  <a:pt x="f26" y="f7"/>
                </a:lnTo>
                <a:close/>
              </a:path>
            </a:pathLst>
          </a:custGeom>
          <a:solidFill>
            <a:srgbClr val="4472C4"/>
          </a:solidFill>
          <a:ln w="12701" cap="flat">
            <a:solidFill>
              <a:srgbClr val="2F528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sp>
        <p:nvSpPr>
          <p:cNvPr id="8" name="TextBox 12">
            <a:extLst>
              <a:ext uri="{FF2B5EF4-FFF2-40B4-BE49-F238E27FC236}">
                <a16:creationId xmlns:a16="http://schemas.microsoft.com/office/drawing/2014/main" id="{C4C2739D-4C13-6055-0D01-41E0B9AADC5B}"/>
              </a:ext>
            </a:extLst>
          </p:cNvPr>
          <p:cNvSpPr txBox="1"/>
          <p:nvPr/>
        </p:nvSpPr>
        <p:spPr>
          <a:xfrm>
            <a:off x="4651543" y="4917012"/>
            <a:ext cx="2584588" cy="369335"/>
          </a:xfrm>
          <a:prstGeom prst="rect">
            <a:avLst/>
          </a:prstGeom>
          <a:solidFill>
            <a:srgbClr val="DCCDC2"/>
          </a:solid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sng" strike="noStrike" kern="1200" cap="none" spc="0" baseline="0">
                <a:solidFill>
                  <a:srgbClr val="843C0C"/>
                </a:solidFill>
                <a:uFillTx/>
                <a:latin typeface="Times New Roman" pitchFamily="18"/>
                <a:cs typeface="Times New Roman" pitchFamily="18"/>
              </a:rPr>
              <a:t>LINEARIZED MODEL</a:t>
            </a:r>
            <a:endParaRPr lang="en-IN" sz="1800" b="1" i="0" u="sng" strike="noStrike" kern="1200" cap="none" spc="0" baseline="0">
              <a:solidFill>
                <a:srgbClr val="843C0C"/>
              </a:solidFill>
              <a:uFillTx/>
              <a:latin typeface="Times New Roman" pitchFamily="18"/>
              <a:cs typeface="Times New Roman" pitchFamily="18"/>
            </a:endParaRPr>
          </a:p>
        </p:txBody>
      </p:sp>
      <p:pic>
        <p:nvPicPr>
          <p:cNvPr id="9" name="Immagine 22" descr="\documentclass{article}&#10;\usepackage{amsmath}&#10;\pagestyle{empty}&#10;\begin{document}&#10;&#10;\[&#10;\begin{cases}&#10;\dot{p}(t) = v(t)\\&#10;\dot{v}(t) = w(t)&#10;\end{cases}&#10;\]&#10;&#10;&#10;\end{document}" title="IguanaTex Bitmap Display">
            <a:extLst>
              <a:ext uri="{FF2B5EF4-FFF2-40B4-BE49-F238E27FC236}">
                <a16:creationId xmlns:a16="http://schemas.microsoft.com/office/drawing/2014/main" id="{3AA306E2-2D4B-B8EC-D1E9-F7D30A62E2F7}"/>
              </a:ext>
            </a:extLst>
          </p:cNvPr>
          <p:cNvPicPr>
            <a:picLocks noChangeAspect="1"/>
          </p:cNvPicPr>
          <p:nvPr/>
        </p:nvPicPr>
        <p:blipFill>
          <a:blip r:embed="rId4"/>
          <a:stretch>
            <a:fillRect/>
          </a:stretch>
        </p:blipFill>
        <p:spPr>
          <a:xfrm>
            <a:off x="4956825" y="5530355"/>
            <a:ext cx="1905627" cy="1048981"/>
          </a:xfrm>
          <a:prstGeom prst="rect">
            <a:avLst/>
          </a:prstGeom>
          <a:noFill/>
          <a:ln cap="flat">
            <a:noFill/>
          </a:ln>
        </p:spPr>
      </p:pic>
      <p:sp>
        <p:nvSpPr>
          <p:cNvPr id="10" name="Rectangle 13">
            <a:extLst>
              <a:ext uri="{FF2B5EF4-FFF2-40B4-BE49-F238E27FC236}">
                <a16:creationId xmlns:a16="http://schemas.microsoft.com/office/drawing/2014/main" id="{C0282AE6-BC81-006F-1827-500ACD496E69}"/>
              </a:ext>
            </a:extLst>
          </p:cNvPr>
          <p:cNvSpPr/>
          <p:nvPr/>
        </p:nvSpPr>
        <p:spPr>
          <a:xfrm>
            <a:off x="0" y="-44503"/>
            <a:ext cx="12188823" cy="646334"/>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000000"/>
                </a:solidFill>
                <a:effectLst>
                  <a:outerShdw dist="38096" dir="2700000">
                    <a:srgbClr val="7F7F7F"/>
                  </a:outerShdw>
                </a:effectLst>
                <a:uFillTx/>
                <a:latin typeface="Times New Roman" pitchFamily="18"/>
                <a:cs typeface="Times New Roman" pitchFamily="18"/>
              </a:rPr>
              <a:t>FEEDBACK LINEARIZATION (EGO VEHICLE</a:t>
            </a:r>
            <a:r>
              <a:rPr lang="en-US" sz="3600" b="1" i="0" u="none" strike="noStrike" kern="1200" cap="none" spc="0" baseline="0">
                <a:solidFill>
                  <a:srgbClr val="000000"/>
                </a:solidFill>
                <a:effectLst>
                  <a:outerShdw dist="38096" dir="2700000">
                    <a:srgbClr val="7F7F7F"/>
                  </a:outerShdw>
                </a:effectLst>
                <a:uFillTx/>
                <a:latin typeface="Times New Roman" pitchFamily="18"/>
                <a:cs typeface="Times New Roman" pitchFamily="18"/>
              </a:rPr>
              <a:t>):-</a:t>
            </a:r>
            <a:endParaRPr lang="en-IN" sz="3600" b="1" i="0" u="none" strike="noStrike" kern="1200" cap="none" spc="0" baseline="0">
              <a:solidFill>
                <a:srgbClr val="000000"/>
              </a:solidFill>
              <a:effectLst>
                <a:outerShdw dist="38096" dir="2700000">
                  <a:srgbClr val="7F7F7F"/>
                </a:outerShdw>
              </a:effectLst>
              <a:uFillTx/>
              <a:latin typeface="Calibri"/>
            </a:endParaRPr>
          </a:p>
        </p:txBody>
      </p:sp>
      <p:sp>
        <p:nvSpPr>
          <p:cNvPr id="11" name="Rectangle 13">
            <a:extLst>
              <a:ext uri="{FF2B5EF4-FFF2-40B4-BE49-F238E27FC236}">
                <a16:creationId xmlns:a16="http://schemas.microsoft.com/office/drawing/2014/main" id="{E5C9393D-4ACC-465E-81C6-ED03D1C3ED0D}"/>
              </a:ext>
            </a:extLst>
          </p:cNvPr>
          <p:cNvSpPr/>
          <p:nvPr/>
        </p:nvSpPr>
        <p:spPr>
          <a:xfrm>
            <a:off x="2080195" y="1267806"/>
            <a:ext cx="8028431" cy="1138812"/>
          </a:xfrm>
          <a:prstGeom prst="rect">
            <a:avLst/>
          </a:prstGeom>
          <a:noFill/>
          <a:ln w="12701" cap="flat">
            <a:solidFill>
              <a:srgbClr val="2F528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sp>
        <p:nvSpPr>
          <p:cNvPr id="12" name="Rectangle 14">
            <a:extLst>
              <a:ext uri="{FF2B5EF4-FFF2-40B4-BE49-F238E27FC236}">
                <a16:creationId xmlns:a16="http://schemas.microsoft.com/office/drawing/2014/main" id="{5513DB7D-756A-1526-8E41-4A39DA53382A}"/>
              </a:ext>
            </a:extLst>
          </p:cNvPr>
          <p:cNvSpPr/>
          <p:nvPr/>
        </p:nvSpPr>
        <p:spPr>
          <a:xfrm>
            <a:off x="4855464" y="5431536"/>
            <a:ext cx="2093976" cy="1225296"/>
          </a:xfrm>
          <a:prstGeom prst="rect">
            <a:avLst/>
          </a:prstGeom>
          <a:noFill/>
          <a:ln w="12701" cap="flat">
            <a:solidFill>
              <a:srgbClr val="2F528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sp>
        <p:nvSpPr>
          <p:cNvPr id="13" name="Rectangle 15">
            <a:extLst>
              <a:ext uri="{FF2B5EF4-FFF2-40B4-BE49-F238E27FC236}">
                <a16:creationId xmlns:a16="http://schemas.microsoft.com/office/drawing/2014/main" id="{AEBBE816-0AF8-FA84-2853-301CEF57E7DF}"/>
              </a:ext>
            </a:extLst>
          </p:cNvPr>
          <p:cNvSpPr/>
          <p:nvPr/>
        </p:nvSpPr>
        <p:spPr>
          <a:xfrm>
            <a:off x="1892807" y="3725585"/>
            <a:ext cx="8494776" cy="484330"/>
          </a:xfrm>
          <a:prstGeom prst="rect">
            <a:avLst/>
          </a:prstGeom>
          <a:noFill/>
          <a:ln w="12701" cap="flat">
            <a:solidFill>
              <a:srgbClr val="2F528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ircle(in)">
                                      <p:cBhvr>
                                        <p:cTn id="12" dur="2000"/>
                                        <p:tgtEl>
                                          <p:spTgt spid="2"/>
                                        </p:tgtEl>
                                      </p:cBhvr>
                                    </p:animEffect>
                                  </p:childTnLst>
                                </p:cTn>
                              </p:par>
                              <p:par>
                                <p:cTn id="13" presetID="6" presetClass="entr" presetSubtype="16"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circle(in)">
                                      <p:cBhvr>
                                        <p:cTn id="15" dur="20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down)">
                                      <p:cBhvr>
                                        <p:cTn id="20" dur="580">
                                          <p:stCondLst>
                                            <p:cond delay="0"/>
                                          </p:stCondLst>
                                        </p:cTn>
                                        <p:tgtEl>
                                          <p:spTgt spid="4"/>
                                        </p:tgtEl>
                                      </p:cBhvr>
                                    </p:animEffect>
                                    <p:anim calcmode="lin" valueType="num">
                                      <p:cBhvr>
                                        <p:cTn id="21" dur="1822">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2" dur="664">
                                          <p:stCondLst>
                                            <p:cond delay="0"/>
                                          </p:stCondLst>
                                        </p:cTn>
                                        <p:tgtEl>
                                          <p:spTgt spid="4"/>
                                        </p:tgtEl>
                                        <p:attrNameLst>
                                          <p:attrName>ppt_y</p:attrName>
                                        </p:attrNameLst>
                                      </p:cBhvr>
                                      <p:tavLst>
                                        <p:tav tm="0" fmla="#ppt_y-sin(pi*$)/3">
                                          <p:val>
                                            <p:strVal val="0.5"/>
                                          </p:val>
                                        </p:tav>
                                        <p:tav tm="100000">
                                          <p:val>
                                            <p:strVal val="1"/>
                                          </p:val>
                                        </p:tav>
                                      </p:tavLst>
                                    </p:anim>
                                    <p:anim calcmode="lin" valueType="num">
                                      <p:cBhvr>
                                        <p:cTn id="23" dur="664">
                                          <p:stCondLst>
                                            <p:cond delay="664"/>
                                          </p:stCondLst>
                                        </p:cTn>
                                        <p:tgtEl>
                                          <p:spTgt spid="4"/>
                                        </p:tgtEl>
                                        <p:attrNameLst>
                                          <p:attrName>ppt_y</p:attrName>
                                        </p:attrNameLst>
                                      </p:cBhvr>
                                      <p:tavLst>
                                        <p:tav tm="0" fmla="#ppt_y-sin(pi*$)/9">
                                          <p:val>
                                            <p:strVal val="0"/>
                                          </p:val>
                                        </p:tav>
                                        <p:tav tm="100000">
                                          <p:val>
                                            <p:strVal val="1"/>
                                          </p:val>
                                        </p:tav>
                                      </p:tavLst>
                                    </p:anim>
                                    <p:anim calcmode="lin" valueType="num">
                                      <p:cBhvr>
                                        <p:cTn id="24" dur="332">
                                          <p:stCondLst>
                                            <p:cond delay="1324"/>
                                          </p:stCondLst>
                                        </p:cTn>
                                        <p:tgtEl>
                                          <p:spTgt spid="4"/>
                                        </p:tgtEl>
                                        <p:attrNameLst>
                                          <p:attrName>ppt_y</p:attrName>
                                        </p:attrNameLst>
                                      </p:cBhvr>
                                      <p:tavLst>
                                        <p:tav tm="0" fmla="#ppt_y-sin(pi*$)/27">
                                          <p:val>
                                            <p:strVal val="0"/>
                                          </p:val>
                                        </p:tav>
                                        <p:tav tm="100000">
                                          <p:val>
                                            <p:strVal val="1"/>
                                          </p:val>
                                        </p:tav>
                                      </p:tavLst>
                                    </p:anim>
                                    <p:anim calcmode="lin" valueType="num">
                                      <p:cBhvr>
                                        <p:cTn id="25" dur="164">
                                          <p:stCondLst>
                                            <p:cond delay="1656"/>
                                          </p:stCondLst>
                                        </p:cTn>
                                        <p:tgtEl>
                                          <p:spTgt spid="4"/>
                                        </p:tgtEl>
                                        <p:attrNameLst>
                                          <p:attrName>ppt_y</p:attrName>
                                        </p:attrNameLst>
                                      </p:cBhvr>
                                      <p:tavLst>
                                        <p:tav tm="0" fmla="#ppt_y-sin(pi*$)/81">
                                          <p:val>
                                            <p:strVal val="0"/>
                                          </p:val>
                                        </p:tav>
                                        <p:tav tm="100000">
                                          <p:val>
                                            <p:strVal val="1"/>
                                          </p:val>
                                        </p:tav>
                                      </p:tavLst>
                                    </p:anim>
                                  </p:childTnLst>
                                </p:cTn>
                              </p:par>
                              <p:par>
                                <p:cTn id="26" presetID="26"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80">
                                          <p:stCondLst>
                                            <p:cond delay="0"/>
                                          </p:stCondLst>
                                        </p:cTn>
                                        <p:tgtEl>
                                          <p:spTgt spid="5"/>
                                        </p:tgtEl>
                                      </p:cBhvr>
                                    </p:animEffect>
                                    <p:anim calcmode="lin" valueType="num">
                                      <p:cBhvr>
                                        <p:cTn id="29" dur="1822">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30" dur="664">
                                          <p:stCondLst>
                                            <p:cond delay="0"/>
                                          </p:stCondLst>
                                        </p:cTn>
                                        <p:tgtEl>
                                          <p:spTgt spid="5"/>
                                        </p:tgtEl>
                                        <p:attrNameLst>
                                          <p:attrName>ppt_y</p:attrName>
                                        </p:attrNameLst>
                                      </p:cBhvr>
                                      <p:tavLst>
                                        <p:tav tm="0" fmla="#ppt_y-sin(pi*$)/3">
                                          <p:val>
                                            <p:strVal val="0.5"/>
                                          </p:val>
                                        </p:tav>
                                        <p:tav tm="100000">
                                          <p:val>
                                            <p:strVal val="1"/>
                                          </p:val>
                                        </p:tav>
                                      </p:tavLst>
                                    </p:anim>
                                    <p:anim calcmode="lin" valueType="num">
                                      <p:cBhvr>
                                        <p:cTn id="31" dur="664">
                                          <p:stCondLst>
                                            <p:cond delay="664"/>
                                          </p:stCondLst>
                                        </p:cTn>
                                        <p:tgtEl>
                                          <p:spTgt spid="5"/>
                                        </p:tgtEl>
                                        <p:attrNameLst>
                                          <p:attrName>ppt_y</p:attrName>
                                        </p:attrNameLst>
                                      </p:cBhvr>
                                      <p:tavLst>
                                        <p:tav tm="0" fmla="#ppt_y-sin(pi*$)/9">
                                          <p:val>
                                            <p:strVal val="0"/>
                                          </p:val>
                                        </p:tav>
                                        <p:tav tm="100000">
                                          <p:val>
                                            <p:strVal val="1"/>
                                          </p:val>
                                        </p:tav>
                                      </p:tavLst>
                                    </p:anim>
                                    <p:anim calcmode="lin" valueType="num">
                                      <p:cBhvr>
                                        <p:cTn id="32" dur="332">
                                          <p:stCondLst>
                                            <p:cond delay="1324"/>
                                          </p:stCondLst>
                                        </p:cTn>
                                        <p:tgtEl>
                                          <p:spTgt spid="5"/>
                                        </p:tgtEl>
                                        <p:attrNameLst>
                                          <p:attrName>ppt_y</p:attrName>
                                        </p:attrNameLst>
                                      </p:cBhvr>
                                      <p:tavLst>
                                        <p:tav tm="0" fmla="#ppt_y-sin(pi*$)/27">
                                          <p:val>
                                            <p:strVal val="0"/>
                                          </p:val>
                                        </p:tav>
                                        <p:tav tm="100000">
                                          <p:val>
                                            <p:strVal val="1"/>
                                          </p:val>
                                        </p:tav>
                                      </p:tavLst>
                                    </p:anim>
                                    <p:anim calcmode="lin" valueType="num">
                                      <p:cBhvr>
                                        <p:cTn id="33" dur="164">
                                          <p:stCondLst>
                                            <p:cond delay="1656"/>
                                          </p:stCondLst>
                                        </p:cTn>
                                        <p:tgtEl>
                                          <p:spTgt spid="5"/>
                                        </p:tgtEl>
                                        <p:attrNameLst>
                                          <p:attrName>ppt_y</p:attrName>
                                        </p:attrNameLst>
                                      </p:cBhvr>
                                      <p:tavLst>
                                        <p:tav tm="0" fmla="#ppt_y-sin(pi*$)/81">
                                          <p:val>
                                            <p:strVal val="0"/>
                                          </p:val>
                                        </p:tav>
                                        <p:tav tm="100000">
                                          <p:val>
                                            <p:strVal val="1"/>
                                          </p:val>
                                        </p:tav>
                                      </p:tavLst>
                                    </p:anim>
                                  </p:childTnLst>
                                </p:cTn>
                              </p:par>
                              <p:par>
                                <p:cTn id="34" presetID="26" presetClass="entr" presetSubtype="0" fill="hold"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down)">
                                      <p:cBhvr>
                                        <p:cTn id="36" dur="580">
                                          <p:stCondLst>
                                            <p:cond delay="0"/>
                                          </p:stCondLst>
                                        </p:cTn>
                                        <p:tgtEl>
                                          <p:spTgt spid="6"/>
                                        </p:tgtEl>
                                      </p:cBhvr>
                                    </p:animEffect>
                                    <p:anim calcmode="lin" valueType="num">
                                      <p:cBhvr>
                                        <p:cTn id="37" dur="1822">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8" dur="664">
                                          <p:stCondLst>
                                            <p:cond delay="0"/>
                                          </p:stCondLst>
                                        </p:cTn>
                                        <p:tgtEl>
                                          <p:spTgt spid="6"/>
                                        </p:tgtEl>
                                        <p:attrNameLst>
                                          <p:attrName>ppt_y</p:attrName>
                                        </p:attrNameLst>
                                      </p:cBhvr>
                                      <p:tavLst>
                                        <p:tav tm="0" fmla="#ppt_y-sin(pi*$)/3">
                                          <p:val>
                                            <p:strVal val="0.5"/>
                                          </p:val>
                                        </p:tav>
                                        <p:tav tm="100000">
                                          <p:val>
                                            <p:strVal val="1"/>
                                          </p:val>
                                        </p:tav>
                                      </p:tavLst>
                                    </p:anim>
                                    <p:anim calcmode="lin" valueType="num">
                                      <p:cBhvr>
                                        <p:cTn id="39" dur="664">
                                          <p:stCondLst>
                                            <p:cond delay="664"/>
                                          </p:stCondLst>
                                        </p:cTn>
                                        <p:tgtEl>
                                          <p:spTgt spid="6"/>
                                        </p:tgtEl>
                                        <p:attrNameLst>
                                          <p:attrName>ppt_y</p:attrName>
                                        </p:attrNameLst>
                                      </p:cBhvr>
                                      <p:tavLst>
                                        <p:tav tm="0" fmla="#ppt_y-sin(pi*$)/9">
                                          <p:val>
                                            <p:strVal val="0"/>
                                          </p:val>
                                        </p:tav>
                                        <p:tav tm="100000">
                                          <p:val>
                                            <p:strVal val="1"/>
                                          </p:val>
                                        </p:tav>
                                      </p:tavLst>
                                    </p:anim>
                                    <p:anim calcmode="lin" valueType="num">
                                      <p:cBhvr>
                                        <p:cTn id="40" dur="332">
                                          <p:stCondLst>
                                            <p:cond delay="1324"/>
                                          </p:stCondLst>
                                        </p:cTn>
                                        <p:tgtEl>
                                          <p:spTgt spid="6"/>
                                        </p:tgtEl>
                                        <p:attrNameLst>
                                          <p:attrName>ppt_y</p:attrName>
                                        </p:attrNameLst>
                                      </p:cBhvr>
                                      <p:tavLst>
                                        <p:tav tm="0" fmla="#ppt_y-sin(pi*$)/27">
                                          <p:val>
                                            <p:strVal val="0"/>
                                          </p:val>
                                        </p:tav>
                                        <p:tav tm="100000">
                                          <p:val>
                                            <p:strVal val="1"/>
                                          </p:val>
                                        </p:tav>
                                      </p:tavLst>
                                    </p:anim>
                                    <p:anim calcmode="lin" valueType="num">
                                      <p:cBhvr>
                                        <p:cTn id="41" dur="164">
                                          <p:stCondLst>
                                            <p:cond delay="1656"/>
                                          </p:stCondLst>
                                        </p:cTn>
                                        <p:tgtEl>
                                          <p:spTgt spid="6"/>
                                        </p:tgtEl>
                                        <p:attrNameLst>
                                          <p:attrName>ppt_y</p:attrName>
                                        </p:attrNameLst>
                                      </p:cBhvr>
                                      <p:tavLst>
                                        <p:tav tm="0" fmla="#ppt_y-sin(pi*$)/81">
                                          <p:val>
                                            <p:strVal val="0"/>
                                          </p:val>
                                        </p:tav>
                                        <p:tav tm="100000">
                                          <p:val>
                                            <p:strVal val="1"/>
                                          </p:val>
                                        </p:tav>
                                      </p:tavLst>
                                    </p:anim>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circle(in)">
                                      <p:cBhvr>
                                        <p:cTn id="46" dur="2000"/>
                                        <p:tgtEl>
                                          <p:spTgt spid="7"/>
                                        </p:tgtEl>
                                      </p:cBhvr>
                                    </p:animEffect>
                                  </p:childTnLst>
                                </p:cTn>
                              </p:par>
                              <p:par>
                                <p:cTn id="47" presetID="6" presetClass="entr" presetSubtype="16"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circle(in)">
                                      <p:cBhvr>
                                        <p:cTn id="49" dur="2000"/>
                                        <p:tgtEl>
                                          <p:spTgt spid="8"/>
                                        </p:tgtEl>
                                      </p:cBhvr>
                                    </p:animEffect>
                                  </p:childTnLst>
                                </p:cTn>
                              </p:par>
                              <p:par>
                                <p:cTn id="50" presetID="6" presetClass="entr" presetSubtype="16" fill="hold"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circle(in)">
                                      <p:cBhvr>
                                        <p:cTn id="52" dur="2000"/>
                                        <p:tgtEl>
                                          <p:spTgt spid="9"/>
                                        </p:tgtEl>
                                      </p:cBhvr>
                                    </p:animEffect>
                                  </p:childTnLst>
                                </p:cTn>
                              </p:par>
                              <p:par>
                                <p:cTn id="53" presetID="6" presetClass="entr" presetSubtype="16"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circle(in)">
                                      <p:cBhvr>
                                        <p:cTn id="55" dur="2000"/>
                                        <p:tgtEl>
                                          <p:spTgt spid="11"/>
                                        </p:tgtEl>
                                      </p:cBhvr>
                                    </p:animEffect>
                                  </p:childTnLst>
                                </p:cTn>
                              </p:par>
                              <p:par>
                                <p:cTn id="56" presetID="26" presetClass="entr" presetSubtype="0" fill="hold" grpId="0"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down)">
                                      <p:cBhvr>
                                        <p:cTn id="58" dur="580">
                                          <p:stCondLst>
                                            <p:cond delay="0"/>
                                          </p:stCondLst>
                                        </p:cTn>
                                        <p:tgtEl>
                                          <p:spTgt spid="13"/>
                                        </p:tgtEl>
                                      </p:cBhvr>
                                    </p:animEffect>
                                    <p:anim calcmode="lin" valueType="num">
                                      <p:cBhvr>
                                        <p:cTn id="59" dur="1822">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60" dur="664">
                                          <p:stCondLst>
                                            <p:cond delay="0"/>
                                          </p:stCondLst>
                                        </p:cTn>
                                        <p:tgtEl>
                                          <p:spTgt spid="13"/>
                                        </p:tgtEl>
                                        <p:attrNameLst>
                                          <p:attrName>ppt_y</p:attrName>
                                        </p:attrNameLst>
                                      </p:cBhvr>
                                      <p:tavLst>
                                        <p:tav tm="0" fmla="#ppt_y-sin(pi*$)/3">
                                          <p:val>
                                            <p:strVal val="0.5"/>
                                          </p:val>
                                        </p:tav>
                                        <p:tav tm="100000">
                                          <p:val>
                                            <p:strVal val="1"/>
                                          </p:val>
                                        </p:tav>
                                      </p:tavLst>
                                    </p:anim>
                                    <p:anim calcmode="lin" valueType="num">
                                      <p:cBhvr>
                                        <p:cTn id="61" dur="664">
                                          <p:stCondLst>
                                            <p:cond delay="664"/>
                                          </p:stCondLst>
                                        </p:cTn>
                                        <p:tgtEl>
                                          <p:spTgt spid="13"/>
                                        </p:tgtEl>
                                        <p:attrNameLst>
                                          <p:attrName>ppt_y</p:attrName>
                                        </p:attrNameLst>
                                      </p:cBhvr>
                                      <p:tavLst>
                                        <p:tav tm="0" fmla="#ppt_y-sin(pi*$)/9">
                                          <p:val>
                                            <p:strVal val="0"/>
                                          </p:val>
                                        </p:tav>
                                        <p:tav tm="100000">
                                          <p:val>
                                            <p:strVal val="1"/>
                                          </p:val>
                                        </p:tav>
                                      </p:tavLst>
                                    </p:anim>
                                    <p:anim calcmode="lin" valueType="num">
                                      <p:cBhvr>
                                        <p:cTn id="62" dur="332">
                                          <p:stCondLst>
                                            <p:cond delay="1324"/>
                                          </p:stCondLst>
                                        </p:cTn>
                                        <p:tgtEl>
                                          <p:spTgt spid="13"/>
                                        </p:tgtEl>
                                        <p:attrNameLst>
                                          <p:attrName>ppt_y</p:attrName>
                                        </p:attrNameLst>
                                      </p:cBhvr>
                                      <p:tavLst>
                                        <p:tav tm="0" fmla="#ppt_y-sin(pi*$)/27">
                                          <p:val>
                                            <p:strVal val="0"/>
                                          </p:val>
                                        </p:tav>
                                        <p:tav tm="100000">
                                          <p:val>
                                            <p:strVal val="1"/>
                                          </p:val>
                                        </p:tav>
                                      </p:tavLst>
                                    </p:anim>
                                    <p:anim calcmode="lin" valueType="num">
                                      <p:cBhvr>
                                        <p:cTn id="63" dur="164">
                                          <p:stCondLst>
                                            <p:cond delay="1656"/>
                                          </p:stCondLst>
                                        </p:cTn>
                                        <p:tgtEl>
                                          <p:spTgt spid="13"/>
                                        </p:tgtEl>
                                        <p:attrNameLst>
                                          <p:attrName>ppt_y</p:attrName>
                                        </p:attrNameLst>
                                      </p:cBhvr>
                                      <p:tavLst>
                                        <p:tav tm="0" fmla="#ppt_y-sin(pi*$)/81">
                                          <p:val>
                                            <p:strVal val="0"/>
                                          </p:val>
                                        </p:tav>
                                        <p:tav tm="100000">
                                          <p:val>
                                            <p:strVal val="1"/>
                                          </p:val>
                                        </p:tav>
                                      </p:tavLst>
                                    </p:anim>
                                  </p:childTnLst>
                                </p:cTn>
                              </p:par>
                              <p:par>
                                <p:cTn id="64" presetID="6" presetClass="entr" presetSubtype="16" fill="hold" grpId="0" nodeType="with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circle(in)">
                                      <p:cBhvr>
                                        <p:cTn id="66"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7" grpId="0" animBg="1"/>
      <p:bldP spid="8" grpId="0" animBg="1"/>
      <p:bldP spid="10" grpId="0"/>
      <p:bldP spid="11" grpId="0" animBg="1"/>
      <p:bldP spid="12"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13">
    <p:spTree>
      <p:nvGrpSpPr>
        <p:cNvPr id="1" name=""/>
        <p:cNvGrpSpPr/>
        <p:nvPr/>
      </p:nvGrpSpPr>
      <p:grpSpPr>
        <a:xfrm>
          <a:off x="0" y="0"/>
          <a:ext cx="0" cy="0"/>
          <a:chOff x="0" y="0"/>
          <a:chExt cx="0" cy="0"/>
        </a:xfrm>
      </p:grpSpPr>
      <p:pic>
        <p:nvPicPr>
          <p:cNvPr id="2" name="Immagine 30">
            <a:extLst>
              <a:ext uri="{FF2B5EF4-FFF2-40B4-BE49-F238E27FC236}">
                <a16:creationId xmlns:a16="http://schemas.microsoft.com/office/drawing/2014/main" id="{5A2C03D4-2A1A-F54F-125F-0F25A3577F27}"/>
              </a:ext>
            </a:extLst>
          </p:cNvPr>
          <p:cNvPicPr>
            <a:picLocks noChangeAspect="1"/>
          </p:cNvPicPr>
          <p:nvPr/>
        </p:nvPicPr>
        <p:blipFill>
          <a:blip r:embed="rId2"/>
          <a:srcRect b="30965"/>
          <a:stretch>
            <a:fillRect/>
          </a:stretch>
        </p:blipFill>
        <p:spPr>
          <a:xfrm>
            <a:off x="562913" y="1480687"/>
            <a:ext cx="10742837" cy="3372563"/>
          </a:xfrm>
          <a:prstGeom prst="rect">
            <a:avLst/>
          </a:prstGeom>
          <a:noFill/>
          <a:ln cap="flat">
            <a:noFill/>
          </a:ln>
        </p:spPr>
      </p:pic>
      <p:cxnSp>
        <p:nvCxnSpPr>
          <p:cNvPr id="3" name="Straight Arrow Connector 50">
            <a:extLst>
              <a:ext uri="{FF2B5EF4-FFF2-40B4-BE49-F238E27FC236}">
                <a16:creationId xmlns:a16="http://schemas.microsoft.com/office/drawing/2014/main" id="{04D7ED9E-0C45-7EF1-9CBB-F179C497A218}"/>
              </a:ext>
            </a:extLst>
          </p:cNvPr>
          <p:cNvCxnSpPr/>
          <p:nvPr/>
        </p:nvCxnSpPr>
        <p:spPr>
          <a:xfrm flipV="1">
            <a:off x="2433556" y="1111050"/>
            <a:ext cx="588883" cy="338054"/>
          </a:xfrm>
          <a:prstGeom prst="straightConnector1">
            <a:avLst/>
          </a:prstGeom>
          <a:noFill/>
          <a:ln w="12701" cap="flat">
            <a:solidFill>
              <a:srgbClr val="FF0000"/>
            </a:solidFill>
            <a:prstDash val="solid"/>
            <a:miter/>
            <a:tailEnd type="arrow"/>
          </a:ln>
        </p:spPr>
      </p:cxnSp>
      <p:pic>
        <p:nvPicPr>
          <p:cNvPr id="4" name="Immagine 11" descr="\documentclass{article}&#10;\usepackage{amsmath}&#10;\pagestyle{empty}&#10;\begin{document}&#10;&#10;$\dot{p} = v$&#10;&#10;&#10;\end{document}" title="IguanaTex Bitmap Display">
            <a:extLst>
              <a:ext uri="{FF2B5EF4-FFF2-40B4-BE49-F238E27FC236}">
                <a16:creationId xmlns:a16="http://schemas.microsoft.com/office/drawing/2014/main" id="{05FE1C4A-F936-D145-E568-DEEA0BF34B4B}"/>
              </a:ext>
            </a:extLst>
          </p:cNvPr>
          <p:cNvPicPr>
            <a:picLocks noChangeAspect="1"/>
          </p:cNvPicPr>
          <p:nvPr/>
        </p:nvPicPr>
        <p:blipFill>
          <a:blip r:embed="rId3"/>
          <a:stretch>
            <a:fillRect/>
          </a:stretch>
        </p:blipFill>
        <p:spPr>
          <a:xfrm>
            <a:off x="3093863" y="875089"/>
            <a:ext cx="591543" cy="218514"/>
          </a:xfrm>
          <a:prstGeom prst="rect">
            <a:avLst/>
          </a:prstGeom>
          <a:noFill/>
          <a:ln cap="flat">
            <a:noFill/>
          </a:ln>
        </p:spPr>
      </p:pic>
      <p:pic>
        <p:nvPicPr>
          <p:cNvPr id="5" name="Immagine 21" descr="\documentclass{article}&#10;\usepackage{amsmath}&#10;\pagestyle{empty}&#10;\begin{document}&#10;&#10;&#10;$\frac{\eta}{RM}u(t)$&#10;&#10;\end{document}" title="IguanaTex Bitmap Display">
            <a:extLst>
              <a:ext uri="{FF2B5EF4-FFF2-40B4-BE49-F238E27FC236}">
                <a16:creationId xmlns:a16="http://schemas.microsoft.com/office/drawing/2014/main" id="{09AF55ED-5A70-77F1-AA71-7D6550AC2CF1}"/>
              </a:ext>
            </a:extLst>
          </p:cNvPr>
          <p:cNvPicPr>
            <a:picLocks noChangeAspect="1"/>
          </p:cNvPicPr>
          <p:nvPr/>
        </p:nvPicPr>
        <p:blipFill>
          <a:blip r:embed="rId4"/>
          <a:stretch>
            <a:fillRect/>
          </a:stretch>
        </p:blipFill>
        <p:spPr>
          <a:xfrm>
            <a:off x="6455664" y="852833"/>
            <a:ext cx="882030" cy="309058"/>
          </a:xfrm>
          <a:prstGeom prst="rect">
            <a:avLst/>
          </a:prstGeom>
          <a:noFill/>
          <a:ln cap="flat">
            <a:noFill/>
          </a:ln>
        </p:spPr>
      </p:pic>
      <p:cxnSp>
        <p:nvCxnSpPr>
          <p:cNvPr id="6" name="Straight Arrow Connector 43">
            <a:extLst>
              <a:ext uri="{FF2B5EF4-FFF2-40B4-BE49-F238E27FC236}">
                <a16:creationId xmlns:a16="http://schemas.microsoft.com/office/drawing/2014/main" id="{9EEB294C-D482-21F8-E0CE-13B29B56ACF3}"/>
              </a:ext>
            </a:extLst>
          </p:cNvPr>
          <p:cNvCxnSpPr/>
          <p:nvPr/>
        </p:nvCxnSpPr>
        <p:spPr>
          <a:xfrm flipH="1" flipV="1">
            <a:off x="6913220" y="1175141"/>
            <a:ext cx="140452" cy="374154"/>
          </a:xfrm>
          <a:prstGeom prst="straightConnector1">
            <a:avLst/>
          </a:prstGeom>
          <a:noFill/>
          <a:ln w="12701" cap="flat">
            <a:solidFill>
              <a:srgbClr val="7F6000"/>
            </a:solidFill>
            <a:prstDash val="solid"/>
            <a:miter/>
            <a:tailEnd type="arrow"/>
          </a:ln>
        </p:spPr>
      </p:cxnSp>
      <p:cxnSp>
        <p:nvCxnSpPr>
          <p:cNvPr id="7" name="Straight Arrow Connector 40">
            <a:extLst>
              <a:ext uri="{FF2B5EF4-FFF2-40B4-BE49-F238E27FC236}">
                <a16:creationId xmlns:a16="http://schemas.microsoft.com/office/drawing/2014/main" id="{0832BC7F-A959-9C3A-F31D-2B9BEB8FAAA8}"/>
              </a:ext>
            </a:extLst>
          </p:cNvPr>
          <p:cNvCxnSpPr/>
          <p:nvPr/>
        </p:nvCxnSpPr>
        <p:spPr>
          <a:xfrm flipH="1" flipV="1">
            <a:off x="4801816" y="1972360"/>
            <a:ext cx="311609" cy="330931"/>
          </a:xfrm>
          <a:prstGeom prst="straightConnector1">
            <a:avLst/>
          </a:prstGeom>
          <a:noFill/>
          <a:ln w="12701" cap="flat">
            <a:solidFill>
              <a:srgbClr val="00B0F0"/>
            </a:solidFill>
            <a:prstDash val="solid"/>
            <a:miter/>
            <a:tailEnd type="arrow"/>
          </a:ln>
        </p:spPr>
      </p:cxnSp>
      <p:pic>
        <p:nvPicPr>
          <p:cNvPr id="8" name="Immagine 38" descr="\documentclass{article}&#10;\usepackage{amsmath}&#10;\pagestyle{empty}&#10;\begin{document}&#10;&#10;&#10;$gf_r \cos(\theta)$&#10;&#10;\end{document}" title="IguanaTex Bitmap Display">
            <a:extLst>
              <a:ext uri="{FF2B5EF4-FFF2-40B4-BE49-F238E27FC236}">
                <a16:creationId xmlns:a16="http://schemas.microsoft.com/office/drawing/2014/main" id="{D2A1E8D5-336E-715B-FBEF-B31572CC6E82}"/>
              </a:ext>
            </a:extLst>
          </p:cNvPr>
          <p:cNvPicPr>
            <a:picLocks noChangeAspect="1"/>
          </p:cNvPicPr>
          <p:nvPr/>
        </p:nvPicPr>
        <p:blipFill>
          <a:blip r:embed="rId5"/>
          <a:stretch>
            <a:fillRect/>
          </a:stretch>
        </p:blipFill>
        <p:spPr>
          <a:xfrm>
            <a:off x="4088474" y="1663842"/>
            <a:ext cx="1193136" cy="290422"/>
          </a:xfrm>
          <a:prstGeom prst="rect">
            <a:avLst/>
          </a:prstGeom>
          <a:noFill/>
          <a:ln cap="flat">
            <a:noFill/>
          </a:ln>
        </p:spPr>
      </p:pic>
      <p:cxnSp>
        <p:nvCxnSpPr>
          <p:cNvPr id="9" name="Straight Arrow Connector 24">
            <a:extLst>
              <a:ext uri="{FF2B5EF4-FFF2-40B4-BE49-F238E27FC236}">
                <a16:creationId xmlns:a16="http://schemas.microsoft.com/office/drawing/2014/main" id="{4C7E7B2B-0403-0B33-E466-D942D876B4CF}"/>
              </a:ext>
            </a:extLst>
          </p:cNvPr>
          <p:cNvCxnSpPr/>
          <p:nvPr/>
        </p:nvCxnSpPr>
        <p:spPr>
          <a:xfrm flipH="1">
            <a:off x="5163369" y="3244839"/>
            <a:ext cx="573192" cy="0"/>
          </a:xfrm>
          <a:prstGeom prst="straightConnector1">
            <a:avLst/>
          </a:prstGeom>
          <a:noFill/>
          <a:ln w="12701" cap="flat">
            <a:solidFill>
              <a:srgbClr val="00B050"/>
            </a:solidFill>
            <a:prstDash val="solid"/>
            <a:miter/>
            <a:tailEnd type="arrow"/>
          </a:ln>
        </p:spPr>
      </p:cxnSp>
      <p:pic>
        <p:nvPicPr>
          <p:cNvPr id="10" name="Immagine 40" descr="\documentclass{article}&#10;\usepackage{amsmath}&#10;\pagestyle{empty}&#10;\begin{document}&#10;&#10;$g\sin(\theta)$&#10;&#10;\end{document}" title="IguanaTex Bitmap Display">
            <a:extLst>
              <a:ext uri="{FF2B5EF4-FFF2-40B4-BE49-F238E27FC236}">
                <a16:creationId xmlns:a16="http://schemas.microsoft.com/office/drawing/2014/main" id="{367DD7FB-2EBB-70EC-A074-08861074FFF6}"/>
              </a:ext>
            </a:extLst>
          </p:cNvPr>
          <p:cNvPicPr>
            <a:picLocks noChangeAspect="1"/>
          </p:cNvPicPr>
          <p:nvPr/>
        </p:nvPicPr>
        <p:blipFill>
          <a:blip r:embed="rId6"/>
          <a:stretch>
            <a:fillRect/>
          </a:stretch>
        </p:blipFill>
        <p:spPr>
          <a:xfrm>
            <a:off x="4065715" y="3040974"/>
            <a:ext cx="1047710" cy="341830"/>
          </a:xfrm>
          <a:prstGeom prst="rect">
            <a:avLst/>
          </a:prstGeom>
          <a:noFill/>
          <a:ln cap="flat">
            <a:noFill/>
          </a:ln>
        </p:spPr>
      </p:pic>
      <p:pic>
        <p:nvPicPr>
          <p:cNvPr id="11" name="Immagine 48" descr="\documentclass{article}&#10;\usepackage{amsmath}&#10;\pagestyle{empty}&#10;\begin{document}&#10;&#10;$\frac{0.5}{m}\rho C_D C_h A_f v^2(t)$&#10;&#10;&#10;\end{document}" title="IguanaTex Bitmap Display">
            <a:extLst>
              <a:ext uri="{FF2B5EF4-FFF2-40B4-BE49-F238E27FC236}">
                <a16:creationId xmlns:a16="http://schemas.microsoft.com/office/drawing/2014/main" id="{E7E7AA62-668F-9F36-0E37-3B6283022586}"/>
              </a:ext>
            </a:extLst>
          </p:cNvPr>
          <p:cNvPicPr>
            <a:picLocks noChangeAspect="1"/>
          </p:cNvPicPr>
          <p:nvPr/>
        </p:nvPicPr>
        <p:blipFill>
          <a:blip r:embed="rId7"/>
          <a:stretch>
            <a:fillRect/>
          </a:stretch>
        </p:blipFill>
        <p:spPr>
          <a:xfrm>
            <a:off x="781720" y="3420322"/>
            <a:ext cx="1913537" cy="354686"/>
          </a:xfrm>
          <a:prstGeom prst="rect">
            <a:avLst/>
          </a:prstGeom>
          <a:noFill/>
          <a:ln cap="flat">
            <a:noFill/>
          </a:ln>
        </p:spPr>
      </p:pic>
      <p:cxnSp>
        <p:nvCxnSpPr>
          <p:cNvPr id="12" name="Straight Arrow Connector 32">
            <a:extLst>
              <a:ext uri="{FF2B5EF4-FFF2-40B4-BE49-F238E27FC236}">
                <a16:creationId xmlns:a16="http://schemas.microsoft.com/office/drawing/2014/main" id="{EDDF7F77-E3AB-5EE2-9091-1C82C8AA6210}"/>
              </a:ext>
            </a:extLst>
          </p:cNvPr>
          <p:cNvCxnSpPr/>
          <p:nvPr/>
        </p:nvCxnSpPr>
        <p:spPr>
          <a:xfrm flipH="1" flipV="1">
            <a:off x="2115299" y="3859837"/>
            <a:ext cx="636523" cy="260467"/>
          </a:xfrm>
          <a:prstGeom prst="straightConnector1">
            <a:avLst/>
          </a:prstGeom>
          <a:noFill/>
          <a:ln w="12701" cap="flat">
            <a:solidFill>
              <a:srgbClr val="7030A0"/>
            </a:solidFill>
            <a:prstDash val="solid"/>
            <a:miter/>
            <a:tailEnd type="arrow"/>
          </a:ln>
        </p:spPr>
      </p:cxnSp>
      <p:pic>
        <p:nvPicPr>
          <p:cNvPr id="13" name="Immagine 60" descr="\documentclass{article}&#10;\usepackage{amsmath}&#10;\pagestyle{empty}&#10;\begin{document}&#10;&#10;$1-0.000085H$&#10;&#10;\end{document}" title="IguanaTex Bitmap Display">
            <a:extLst>
              <a:ext uri="{FF2B5EF4-FFF2-40B4-BE49-F238E27FC236}">
                <a16:creationId xmlns:a16="http://schemas.microsoft.com/office/drawing/2014/main" id="{2B47F59F-F9A1-451C-E436-FBD5C3585A34}"/>
              </a:ext>
            </a:extLst>
          </p:cNvPr>
          <p:cNvPicPr>
            <a:picLocks noChangeAspect="1"/>
          </p:cNvPicPr>
          <p:nvPr/>
        </p:nvPicPr>
        <p:blipFill>
          <a:blip r:embed="rId8"/>
          <a:stretch>
            <a:fillRect/>
          </a:stretch>
        </p:blipFill>
        <p:spPr>
          <a:xfrm>
            <a:off x="7484345" y="5438832"/>
            <a:ext cx="2411730" cy="270122"/>
          </a:xfrm>
          <a:prstGeom prst="rect">
            <a:avLst/>
          </a:prstGeom>
          <a:noFill/>
          <a:ln cap="flat">
            <a:noFill/>
          </a:ln>
        </p:spPr>
      </p:pic>
      <p:cxnSp>
        <p:nvCxnSpPr>
          <p:cNvPr id="14" name="Straight Arrow Connector 36">
            <a:extLst>
              <a:ext uri="{FF2B5EF4-FFF2-40B4-BE49-F238E27FC236}">
                <a16:creationId xmlns:a16="http://schemas.microsoft.com/office/drawing/2014/main" id="{35707D33-081A-56DF-639B-D699E7B73759}"/>
              </a:ext>
            </a:extLst>
          </p:cNvPr>
          <p:cNvCxnSpPr/>
          <p:nvPr/>
        </p:nvCxnSpPr>
        <p:spPr>
          <a:xfrm flipV="1">
            <a:off x="7042397" y="5756440"/>
            <a:ext cx="755880" cy="490329"/>
          </a:xfrm>
          <a:prstGeom prst="straightConnector1">
            <a:avLst/>
          </a:prstGeom>
          <a:noFill/>
          <a:ln w="12701" cap="flat">
            <a:solidFill>
              <a:srgbClr val="C55A11"/>
            </a:solidFill>
            <a:prstDash val="solid"/>
            <a:miter/>
            <a:tailEnd type="arrow"/>
          </a:ln>
        </p:spPr>
      </p:cxnSp>
      <p:pic>
        <p:nvPicPr>
          <p:cNvPr id="15" name="Immagine 51">
            <a:extLst>
              <a:ext uri="{FF2B5EF4-FFF2-40B4-BE49-F238E27FC236}">
                <a16:creationId xmlns:a16="http://schemas.microsoft.com/office/drawing/2014/main" id="{C49182A9-4EDB-77CA-44EB-0562225CE5DF}"/>
              </a:ext>
            </a:extLst>
          </p:cNvPr>
          <p:cNvPicPr>
            <a:picLocks noChangeAspect="1"/>
          </p:cNvPicPr>
          <p:nvPr/>
        </p:nvPicPr>
        <p:blipFill>
          <a:blip r:embed="rId9"/>
          <a:stretch>
            <a:fillRect/>
          </a:stretch>
        </p:blipFill>
        <p:spPr>
          <a:xfrm>
            <a:off x="3050557" y="5431709"/>
            <a:ext cx="3931709" cy="1194114"/>
          </a:xfrm>
          <a:prstGeom prst="rect">
            <a:avLst/>
          </a:prstGeom>
          <a:noFill/>
          <a:ln cap="flat">
            <a:noFill/>
          </a:ln>
        </p:spPr>
      </p:pic>
      <p:sp>
        <p:nvSpPr>
          <p:cNvPr id="16" name="Action Button: Blank 27">
            <a:extLst>
              <a:ext uri="{FF2B5EF4-FFF2-40B4-BE49-F238E27FC236}">
                <a16:creationId xmlns:a16="http://schemas.microsoft.com/office/drawing/2014/main" id="{7C3F9A4C-6FC1-DBC4-C23A-ECEC983FBFFE}"/>
              </a:ext>
            </a:extLst>
          </p:cNvPr>
          <p:cNvSpPr/>
          <p:nvPr/>
        </p:nvSpPr>
        <p:spPr>
          <a:xfrm>
            <a:off x="3016349" y="5438832"/>
            <a:ext cx="3995982" cy="1225981"/>
          </a:xfrm>
          <a:custGeom>
            <a:avLst/>
            <a:gdLst>
              <a:gd name="f0" fmla="val w"/>
              <a:gd name="f1" fmla="val h"/>
              <a:gd name="f2" fmla="val ss"/>
              <a:gd name="f3" fmla="val 0"/>
              <a:gd name="f4" fmla="abs f0"/>
              <a:gd name="f5" fmla="abs f1"/>
              <a:gd name="f6" fmla="abs f2"/>
              <a:gd name="f7" fmla="?: f4 f0 1"/>
              <a:gd name="f8" fmla="?: f5 f1 1"/>
              <a:gd name="f9" fmla="?: f6 f2 1"/>
              <a:gd name="f10" fmla="*/ f7 1 21600"/>
              <a:gd name="f11" fmla="*/ f8 1 21600"/>
              <a:gd name="f12" fmla="*/ 21600 f7 1"/>
              <a:gd name="f13" fmla="*/ 21600 f8 1"/>
              <a:gd name="f14" fmla="min f11 f10"/>
              <a:gd name="f15" fmla="*/ f12 1 f9"/>
              <a:gd name="f16" fmla="*/ f13 1 f9"/>
              <a:gd name="f17" fmla="val f15"/>
              <a:gd name="f18" fmla="val f16"/>
              <a:gd name="f19" fmla="*/ f3 f14 1"/>
              <a:gd name="f20" fmla="*/ f17 f14 1"/>
              <a:gd name="f21" fmla="*/ f18 f14 1"/>
            </a:gdLst>
            <a:ahLst/>
            <a:cxnLst>
              <a:cxn ang="3cd4">
                <a:pos x="hc" y="t"/>
              </a:cxn>
              <a:cxn ang="0">
                <a:pos x="r" y="vc"/>
              </a:cxn>
              <a:cxn ang="cd4">
                <a:pos x="hc" y="b"/>
              </a:cxn>
              <a:cxn ang="cd2">
                <a:pos x="l" y="vc"/>
              </a:cxn>
            </a:cxnLst>
            <a:rect l="f19" t="f19" r="f20" b="f21"/>
            <a:pathLst>
              <a:path>
                <a:moveTo>
                  <a:pt x="f19" y="f19"/>
                </a:moveTo>
                <a:lnTo>
                  <a:pt x="f20" y="f19"/>
                </a:lnTo>
                <a:lnTo>
                  <a:pt x="f20" y="f21"/>
                </a:lnTo>
                <a:lnTo>
                  <a:pt x="f19" y="f21"/>
                </a:lnTo>
                <a:close/>
              </a:path>
            </a:pathLst>
          </a:custGeom>
          <a:noFill/>
          <a:ln cap="flat">
            <a:noFill/>
            <a:prstDash val="solid"/>
          </a:ln>
        </p:spPr>
        <p:txBody>
          <a:bodyPr vert="horz" wrap="square" lIns="91440" tIns="45720" rIns="91440" bIns="45720" anchor="ctr" anchorCtr="1" compatLnSpc="1">
            <a:noAutofit/>
          </a:bodyPr>
          <a:lstStyle/>
          <a:p>
            <a:pPr marL="0" marR="0" lvl="0" indent="0" algn="ctr" defTabSz="1218986"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2400" b="0" i="0" u="none" strike="noStrike" kern="1200" cap="none" spc="0" baseline="0">
              <a:solidFill>
                <a:srgbClr val="FFFFFF"/>
              </a:solidFill>
              <a:uFillTx/>
              <a:latin typeface="Century Gothic"/>
            </a:endParaRPr>
          </a:p>
        </p:txBody>
      </p:sp>
      <p:sp>
        <p:nvSpPr>
          <p:cNvPr id="17" name="Rectangle 24">
            <a:extLst>
              <a:ext uri="{FF2B5EF4-FFF2-40B4-BE49-F238E27FC236}">
                <a16:creationId xmlns:a16="http://schemas.microsoft.com/office/drawing/2014/main" id="{7E8A0D00-D541-78BD-4410-51E564C8C1A6}"/>
              </a:ext>
            </a:extLst>
          </p:cNvPr>
          <p:cNvSpPr/>
          <p:nvPr/>
        </p:nvSpPr>
        <p:spPr>
          <a:xfrm>
            <a:off x="177302" y="26453"/>
            <a:ext cx="12011521" cy="615555"/>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VEHICLE DYNAMICS</a:t>
            </a:r>
            <a:r>
              <a:rPr lang="en-US" sz="3400" b="1" i="0" u="none" strike="noStrike" kern="1200" cap="none" spc="0" baseline="0">
                <a:solidFill>
                  <a:srgbClr val="262626"/>
                </a:solidFill>
                <a:effectLst>
                  <a:outerShdw dist="38096" dir="2700000">
                    <a:srgbClr val="5B9BD5"/>
                  </a:outerShdw>
                </a:effectLst>
                <a:uFillTx/>
                <a:latin typeface="Times New Roman" pitchFamily="18"/>
                <a:cs typeface="Times New Roman" pitchFamily="18"/>
              </a:rPr>
              <a:t> </a:t>
            </a:r>
            <a:r>
              <a:rPr lang="en-US" sz="3400" b="1" i="0" u="sng" strike="noStrike" kern="1200" cap="none" spc="0" baseline="0">
                <a:solidFill>
                  <a:srgbClr val="FF0000"/>
                </a:solidFill>
                <a:effectLst>
                  <a:outerShdw dist="38096" dir="2700000">
                    <a:srgbClr val="5B9BD5"/>
                  </a:outerShdw>
                </a:effectLst>
                <a:uFillTx/>
                <a:latin typeface="Times New Roman" pitchFamily="18"/>
                <a:cs typeface="Times New Roman" pitchFamily="18"/>
              </a:rPr>
              <a:t>(EGO CAR)</a:t>
            </a:r>
            <a:r>
              <a:rPr lang="en-US" sz="3400" b="1" i="0" u="none" strike="noStrike" kern="1200" cap="none" spc="0" baseline="0">
                <a:solidFill>
                  <a:srgbClr val="FF0000"/>
                </a:solidFill>
                <a:effectLst>
                  <a:outerShdw dist="38096" dir="2700000">
                    <a:srgbClr val="5B9BD5"/>
                  </a:outerShdw>
                </a:effectLst>
                <a:uFillTx/>
                <a:latin typeface="Times New Roman" pitchFamily="18"/>
                <a:cs typeface="Times New Roman" pitchFamily="18"/>
              </a:rPr>
              <a:t> </a:t>
            </a:r>
            <a:r>
              <a:rPr lang="en-US" sz="34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SIMULINK MODEL:-</a:t>
            </a:r>
            <a:endParaRPr lang="en-IN" sz="3400" b="1" i="0" u="none" strike="noStrike" kern="1200" cap="none" spc="0" baseline="0">
              <a:solidFill>
                <a:srgbClr val="262626"/>
              </a:solidFill>
              <a:effectLst>
                <a:outerShdw dist="38096" dir="2700000">
                  <a:srgbClr val="5B9BD5"/>
                </a:outerShdw>
              </a:effectLst>
              <a:uFillTx/>
              <a:latin typeface="Calibri"/>
            </a:endParaRPr>
          </a:p>
        </p:txBody>
      </p:sp>
      <p:sp>
        <p:nvSpPr>
          <p:cNvPr id="18" name="Rectangle 22">
            <a:extLst>
              <a:ext uri="{FF2B5EF4-FFF2-40B4-BE49-F238E27FC236}">
                <a16:creationId xmlns:a16="http://schemas.microsoft.com/office/drawing/2014/main" id="{0E5C78C5-0E94-235A-0E62-E4956CC199E7}"/>
              </a:ext>
            </a:extLst>
          </p:cNvPr>
          <p:cNvSpPr/>
          <p:nvPr/>
        </p:nvSpPr>
        <p:spPr>
          <a:xfrm>
            <a:off x="5736561" y="3166969"/>
            <a:ext cx="2411730" cy="545156"/>
          </a:xfrm>
          <a:prstGeom prst="rect">
            <a:avLst/>
          </a:prstGeom>
          <a:noFill/>
          <a:ln w="12701" cap="flat">
            <a:solidFill>
              <a:srgbClr val="2F528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sp>
        <p:nvSpPr>
          <p:cNvPr id="19" name="Rectangle 23">
            <a:extLst>
              <a:ext uri="{FF2B5EF4-FFF2-40B4-BE49-F238E27FC236}">
                <a16:creationId xmlns:a16="http://schemas.microsoft.com/office/drawing/2014/main" id="{70802F52-E4C6-BF6D-B15D-666425F33D2E}"/>
              </a:ext>
            </a:extLst>
          </p:cNvPr>
          <p:cNvSpPr/>
          <p:nvPr/>
        </p:nvSpPr>
        <p:spPr>
          <a:xfrm>
            <a:off x="4910328" y="2328290"/>
            <a:ext cx="3090672" cy="660151"/>
          </a:xfrm>
          <a:prstGeom prst="rect">
            <a:avLst/>
          </a:prstGeom>
          <a:noFill/>
          <a:ln w="12701" cap="flat">
            <a:solidFill>
              <a:srgbClr val="2F528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sp>
        <p:nvSpPr>
          <p:cNvPr id="20" name="Rectangle 25">
            <a:extLst>
              <a:ext uri="{FF2B5EF4-FFF2-40B4-BE49-F238E27FC236}">
                <a16:creationId xmlns:a16="http://schemas.microsoft.com/office/drawing/2014/main" id="{6EAC3BD6-DD2A-2120-C693-CF395108CE06}"/>
              </a:ext>
            </a:extLst>
          </p:cNvPr>
          <p:cNvSpPr/>
          <p:nvPr/>
        </p:nvSpPr>
        <p:spPr>
          <a:xfrm>
            <a:off x="6139080" y="1582113"/>
            <a:ext cx="1746504" cy="611212"/>
          </a:xfrm>
          <a:prstGeom prst="rect">
            <a:avLst/>
          </a:prstGeom>
          <a:noFill/>
          <a:ln w="12701" cap="flat">
            <a:solidFill>
              <a:srgbClr val="2F528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sp>
        <p:nvSpPr>
          <p:cNvPr id="21" name="Rectangle 26">
            <a:extLst>
              <a:ext uri="{FF2B5EF4-FFF2-40B4-BE49-F238E27FC236}">
                <a16:creationId xmlns:a16="http://schemas.microsoft.com/office/drawing/2014/main" id="{ABC93A10-34E1-18C1-9309-2A2F518F2FEE}"/>
              </a:ext>
            </a:extLst>
          </p:cNvPr>
          <p:cNvSpPr/>
          <p:nvPr/>
        </p:nvSpPr>
        <p:spPr>
          <a:xfrm>
            <a:off x="659072" y="1483897"/>
            <a:ext cx="2912455" cy="499984"/>
          </a:xfrm>
          <a:prstGeom prst="rect">
            <a:avLst/>
          </a:prstGeom>
          <a:noFill/>
          <a:ln w="12701" cap="flat">
            <a:solidFill>
              <a:srgbClr val="2F528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sp>
        <p:nvSpPr>
          <p:cNvPr id="22" name="Rectangle 27">
            <a:extLst>
              <a:ext uri="{FF2B5EF4-FFF2-40B4-BE49-F238E27FC236}">
                <a16:creationId xmlns:a16="http://schemas.microsoft.com/office/drawing/2014/main" id="{410CE0B5-E08A-80DC-55A9-CA551D3DC712}"/>
              </a:ext>
            </a:extLst>
          </p:cNvPr>
          <p:cNvSpPr/>
          <p:nvPr/>
        </p:nvSpPr>
        <p:spPr>
          <a:xfrm>
            <a:off x="2755736" y="3777752"/>
            <a:ext cx="5438394" cy="872255"/>
          </a:xfrm>
          <a:prstGeom prst="rect">
            <a:avLst/>
          </a:prstGeom>
          <a:noFill/>
          <a:ln w="12701" cap="flat">
            <a:solidFill>
              <a:srgbClr val="2F528F"/>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p:cTn id="24" dur="1000" fill="hold"/>
                                        <p:tgtEl>
                                          <p:spTgt spid="21"/>
                                        </p:tgtEl>
                                        <p:attrNameLst>
                                          <p:attrName>ppt_w</p:attrName>
                                        </p:attrNameLst>
                                      </p:cBhvr>
                                      <p:tavLst>
                                        <p:tav tm="0">
                                          <p:val>
                                            <p:strVal val="0"/>
                                          </p:val>
                                        </p:tav>
                                        <p:tav tm="100000">
                                          <p:val>
                                            <p:strVal val="#ppt_w"/>
                                          </p:val>
                                        </p:tav>
                                      </p:tavLst>
                                    </p:anim>
                                    <p:anim calcmode="lin" valueType="num">
                                      <p:cBhvr>
                                        <p:cTn id="25" dur="1000" fill="hold"/>
                                        <p:tgtEl>
                                          <p:spTgt spid="21"/>
                                        </p:tgtEl>
                                        <p:attrNameLst>
                                          <p:attrName>ppt_h</p:attrName>
                                        </p:attrNameLst>
                                      </p:cBhvr>
                                      <p:tavLst>
                                        <p:tav tm="0">
                                          <p:val>
                                            <p:strVal val="0"/>
                                          </p:val>
                                        </p:tav>
                                        <p:tav tm="100000">
                                          <p:val>
                                            <p:strVal val="#ppt_h"/>
                                          </p:val>
                                        </p:tav>
                                      </p:tavLst>
                                    </p:anim>
                                    <p:anim calcmode="lin" valueType="num">
                                      <p:cBhvr>
                                        <p:cTn id="26" dur="1000" fill="hold"/>
                                        <p:tgtEl>
                                          <p:spTgt spid="21"/>
                                        </p:tgtEl>
                                        <p:attrNameLst>
                                          <p:attrName>r</p:attrName>
                                        </p:attrNameLst>
                                      </p:cBhvr>
                                      <p:tavLst>
                                        <p:tav tm="0">
                                          <p:val>
                                            <p:strVal val="90"/>
                                          </p:val>
                                        </p:tav>
                                        <p:tav tm="100000">
                                          <p:val>
                                            <p:strVal val="0"/>
                                          </p:val>
                                        </p:tav>
                                      </p:tavLst>
                                    </p:anim>
                                    <p:animEffect transition="in" filter="fade">
                                      <p:cBhvr>
                                        <p:cTn id="27" dur="1000"/>
                                        <p:tgtEl>
                                          <p:spTgt spid="21"/>
                                        </p:tgtEl>
                                      </p:cBhvr>
                                    </p:animEffect>
                                  </p:childTnLst>
                                </p:cTn>
                              </p:par>
                              <p:par>
                                <p:cTn id="28" presetID="31"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p:cTn id="30" dur="1000" fill="hold"/>
                                        <p:tgtEl>
                                          <p:spTgt spid="19"/>
                                        </p:tgtEl>
                                        <p:attrNameLst>
                                          <p:attrName>ppt_w</p:attrName>
                                        </p:attrNameLst>
                                      </p:cBhvr>
                                      <p:tavLst>
                                        <p:tav tm="0">
                                          <p:val>
                                            <p:strVal val="0"/>
                                          </p:val>
                                        </p:tav>
                                        <p:tav tm="100000">
                                          <p:val>
                                            <p:strVal val="#ppt_w"/>
                                          </p:val>
                                        </p:tav>
                                      </p:tavLst>
                                    </p:anim>
                                    <p:anim calcmode="lin" valueType="num">
                                      <p:cBhvr>
                                        <p:cTn id="31" dur="1000" fill="hold"/>
                                        <p:tgtEl>
                                          <p:spTgt spid="19"/>
                                        </p:tgtEl>
                                        <p:attrNameLst>
                                          <p:attrName>ppt_h</p:attrName>
                                        </p:attrNameLst>
                                      </p:cBhvr>
                                      <p:tavLst>
                                        <p:tav tm="0">
                                          <p:val>
                                            <p:strVal val="0"/>
                                          </p:val>
                                        </p:tav>
                                        <p:tav tm="100000">
                                          <p:val>
                                            <p:strVal val="#ppt_h"/>
                                          </p:val>
                                        </p:tav>
                                      </p:tavLst>
                                    </p:anim>
                                    <p:anim calcmode="lin" valueType="num">
                                      <p:cBhvr>
                                        <p:cTn id="32" dur="1000" fill="hold"/>
                                        <p:tgtEl>
                                          <p:spTgt spid="19"/>
                                        </p:tgtEl>
                                        <p:attrNameLst>
                                          <p:attrName>r</p:attrName>
                                        </p:attrNameLst>
                                      </p:cBhvr>
                                      <p:tavLst>
                                        <p:tav tm="0">
                                          <p:val>
                                            <p:strVal val="90"/>
                                          </p:val>
                                        </p:tav>
                                        <p:tav tm="100000">
                                          <p:val>
                                            <p:strVal val="0"/>
                                          </p:val>
                                        </p:tav>
                                      </p:tavLst>
                                    </p:anim>
                                    <p:animEffect transition="in" filter="fade">
                                      <p:cBhvr>
                                        <p:cTn id="33" dur="1000"/>
                                        <p:tgtEl>
                                          <p:spTgt spid="19"/>
                                        </p:tgtEl>
                                      </p:cBhvr>
                                    </p:animEffect>
                                  </p:childTnLst>
                                </p:cTn>
                              </p:par>
                              <p:par>
                                <p:cTn id="34" presetID="31"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 calcmode="lin" valueType="num">
                                      <p:cBhvr>
                                        <p:cTn id="36" dur="1000" fill="hold"/>
                                        <p:tgtEl>
                                          <p:spTgt spid="20"/>
                                        </p:tgtEl>
                                        <p:attrNameLst>
                                          <p:attrName>ppt_w</p:attrName>
                                        </p:attrNameLst>
                                      </p:cBhvr>
                                      <p:tavLst>
                                        <p:tav tm="0">
                                          <p:val>
                                            <p:strVal val="0"/>
                                          </p:val>
                                        </p:tav>
                                        <p:tav tm="100000">
                                          <p:val>
                                            <p:strVal val="#ppt_w"/>
                                          </p:val>
                                        </p:tav>
                                      </p:tavLst>
                                    </p:anim>
                                    <p:anim calcmode="lin" valueType="num">
                                      <p:cBhvr>
                                        <p:cTn id="37" dur="1000" fill="hold"/>
                                        <p:tgtEl>
                                          <p:spTgt spid="20"/>
                                        </p:tgtEl>
                                        <p:attrNameLst>
                                          <p:attrName>ppt_h</p:attrName>
                                        </p:attrNameLst>
                                      </p:cBhvr>
                                      <p:tavLst>
                                        <p:tav tm="0">
                                          <p:val>
                                            <p:strVal val="0"/>
                                          </p:val>
                                        </p:tav>
                                        <p:tav tm="100000">
                                          <p:val>
                                            <p:strVal val="#ppt_h"/>
                                          </p:val>
                                        </p:tav>
                                      </p:tavLst>
                                    </p:anim>
                                    <p:anim calcmode="lin" valueType="num">
                                      <p:cBhvr>
                                        <p:cTn id="38" dur="1000" fill="hold"/>
                                        <p:tgtEl>
                                          <p:spTgt spid="20"/>
                                        </p:tgtEl>
                                        <p:attrNameLst>
                                          <p:attrName>r</p:attrName>
                                        </p:attrNameLst>
                                      </p:cBhvr>
                                      <p:tavLst>
                                        <p:tav tm="0">
                                          <p:val>
                                            <p:strVal val="90"/>
                                          </p:val>
                                        </p:tav>
                                        <p:tav tm="100000">
                                          <p:val>
                                            <p:strVal val="0"/>
                                          </p:val>
                                        </p:tav>
                                      </p:tavLst>
                                    </p:anim>
                                    <p:animEffect transition="in" filter="fade">
                                      <p:cBhvr>
                                        <p:cTn id="39" dur="1000"/>
                                        <p:tgtEl>
                                          <p:spTgt spid="20"/>
                                        </p:tgtEl>
                                      </p:cBhvr>
                                    </p:animEffect>
                                  </p:childTnLst>
                                </p:cTn>
                              </p:par>
                              <p:par>
                                <p:cTn id="40" presetID="31"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p:cTn id="42" dur="1000" fill="hold"/>
                                        <p:tgtEl>
                                          <p:spTgt spid="18"/>
                                        </p:tgtEl>
                                        <p:attrNameLst>
                                          <p:attrName>ppt_w</p:attrName>
                                        </p:attrNameLst>
                                      </p:cBhvr>
                                      <p:tavLst>
                                        <p:tav tm="0">
                                          <p:val>
                                            <p:strVal val="0"/>
                                          </p:val>
                                        </p:tav>
                                        <p:tav tm="100000">
                                          <p:val>
                                            <p:strVal val="#ppt_w"/>
                                          </p:val>
                                        </p:tav>
                                      </p:tavLst>
                                    </p:anim>
                                    <p:anim calcmode="lin" valueType="num">
                                      <p:cBhvr>
                                        <p:cTn id="43" dur="1000" fill="hold"/>
                                        <p:tgtEl>
                                          <p:spTgt spid="18"/>
                                        </p:tgtEl>
                                        <p:attrNameLst>
                                          <p:attrName>ppt_h</p:attrName>
                                        </p:attrNameLst>
                                      </p:cBhvr>
                                      <p:tavLst>
                                        <p:tav tm="0">
                                          <p:val>
                                            <p:strVal val="0"/>
                                          </p:val>
                                        </p:tav>
                                        <p:tav tm="100000">
                                          <p:val>
                                            <p:strVal val="#ppt_h"/>
                                          </p:val>
                                        </p:tav>
                                      </p:tavLst>
                                    </p:anim>
                                    <p:anim calcmode="lin" valueType="num">
                                      <p:cBhvr>
                                        <p:cTn id="44" dur="1000" fill="hold"/>
                                        <p:tgtEl>
                                          <p:spTgt spid="18"/>
                                        </p:tgtEl>
                                        <p:attrNameLst>
                                          <p:attrName>r</p:attrName>
                                        </p:attrNameLst>
                                      </p:cBhvr>
                                      <p:tavLst>
                                        <p:tav tm="0">
                                          <p:val>
                                            <p:strVal val="90"/>
                                          </p:val>
                                        </p:tav>
                                        <p:tav tm="100000">
                                          <p:val>
                                            <p:strVal val="0"/>
                                          </p:val>
                                        </p:tav>
                                      </p:tavLst>
                                    </p:anim>
                                    <p:animEffect transition="in" filter="fade">
                                      <p:cBhvr>
                                        <p:cTn id="45" dur="1000"/>
                                        <p:tgtEl>
                                          <p:spTgt spid="18"/>
                                        </p:tgtEl>
                                      </p:cBhvr>
                                    </p:animEffect>
                                  </p:childTnLst>
                                </p:cTn>
                              </p:par>
                              <p:par>
                                <p:cTn id="46" presetID="31"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p:cTn id="48" dur="1000" fill="hold"/>
                                        <p:tgtEl>
                                          <p:spTgt spid="22"/>
                                        </p:tgtEl>
                                        <p:attrNameLst>
                                          <p:attrName>ppt_w</p:attrName>
                                        </p:attrNameLst>
                                      </p:cBhvr>
                                      <p:tavLst>
                                        <p:tav tm="0">
                                          <p:val>
                                            <p:strVal val="0"/>
                                          </p:val>
                                        </p:tav>
                                        <p:tav tm="100000">
                                          <p:val>
                                            <p:strVal val="#ppt_w"/>
                                          </p:val>
                                        </p:tav>
                                      </p:tavLst>
                                    </p:anim>
                                    <p:anim calcmode="lin" valueType="num">
                                      <p:cBhvr>
                                        <p:cTn id="49" dur="1000" fill="hold"/>
                                        <p:tgtEl>
                                          <p:spTgt spid="22"/>
                                        </p:tgtEl>
                                        <p:attrNameLst>
                                          <p:attrName>ppt_h</p:attrName>
                                        </p:attrNameLst>
                                      </p:cBhvr>
                                      <p:tavLst>
                                        <p:tav tm="0">
                                          <p:val>
                                            <p:strVal val="0"/>
                                          </p:val>
                                        </p:tav>
                                        <p:tav tm="100000">
                                          <p:val>
                                            <p:strVal val="#ppt_h"/>
                                          </p:val>
                                        </p:tav>
                                      </p:tavLst>
                                    </p:anim>
                                    <p:anim calcmode="lin" valueType="num">
                                      <p:cBhvr>
                                        <p:cTn id="50" dur="1000" fill="hold"/>
                                        <p:tgtEl>
                                          <p:spTgt spid="22"/>
                                        </p:tgtEl>
                                        <p:attrNameLst>
                                          <p:attrName>r</p:attrName>
                                        </p:attrNameLst>
                                      </p:cBhvr>
                                      <p:tavLst>
                                        <p:tav tm="0">
                                          <p:val>
                                            <p:strVal val="90"/>
                                          </p:val>
                                        </p:tav>
                                        <p:tav tm="100000">
                                          <p:val>
                                            <p:strVal val="0"/>
                                          </p:val>
                                        </p:tav>
                                      </p:tavLst>
                                    </p:anim>
                                    <p:animEffect transition="in" filter="fade">
                                      <p:cBhvr>
                                        <p:cTn id="51" dur="1000"/>
                                        <p:tgtEl>
                                          <p:spTgt spid="22"/>
                                        </p:tgtEl>
                                      </p:cBhvr>
                                    </p:animEffect>
                                  </p:childTnLst>
                                </p:cTn>
                              </p:par>
                              <p:par>
                                <p:cTn id="52" presetID="31" presetClass="entr" presetSubtype="0" fill="hold" nodeType="withEffect">
                                  <p:stCondLst>
                                    <p:cond delay="0"/>
                                  </p:stCondLst>
                                  <p:childTnLst>
                                    <p:set>
                                      <p:cBhvr>
                                        <p:cTn id="53" dur="1" fill="hold">
                                          <p:stCondLst>
                                            <p:cond delay="0"/>
                                          </p:stCondLst>
                                        </p:cTn>
                                        <p:tgtEl>
                                          <p:spTgt spid="7"/>
                                        </p:tgtEl>
                                        <p:attrNameLst>
                                          <p:attrName>style.visibility</p:attrName>
                                        </p:attrNameLst>
                                      </p:cBhvr>
                                      <p:to>
                                        <p:strVal val="visible"/>
                                      </p:to>
                                    </p:set>
                                    <p:anim calcmode="lin" valueType="num">
                                      <p:cBhvr>
                                        <p:cTn id="54" dur="1000" fill="hold"/>
                                        <p:tgtEl>
                                          <p:spTgt spid="7"/>
                                        </p:tgtEl>
                                        <p:attrNameLst>
                                          <p:attrName>ppt_w</p:attrName>
                                        </p:attrNameLst>
                                      </p:cBhvr>
                                      <p:tavLst>
                                        <p:tav tm="0">
                                          <p:val>
                                            <p:strVal val="0"/>
                                          </p:val>
                                        </p:tav>
                                        <p:tav tm="100000">
                                          <p:val>
                                            <p:strVal val="#ppt_w"/>
                                          </p:val>
                                        </p:tav>
                                      </p:tavLst>
                                    </p:anim>
                                    <p:anim calcmode="lin" valueType="num">
                                      <p:cBhvr>
                                        <p:cTn id="55" dur="1000" fill="hold"/>
                                        <p:tgtEl>
                                          <p:spTgt spid="7"/>
                                        </p:tgtEl>
                                        <p:attrNameLst>
                                          <p:attrName>ppt_h</p:attrName>
                                        </p:attrNameLst>
                                      </p:cBhvr>
                                      <p:tavLst>
                                        <p:tav tm="0">
                                          <p:val>
                                            <p:strVal val="0"/>
                                          </p:val>
                                        </p:tav>
                                        <p:tav tm="100000">
                                          <p:val>
                                            <p:strVal val="#ppt_h"/>
                                          </p:val>
                                        </p:tav>
                                      </p:tavLst>
                                    </p:anim>
                                    <p:anim calcmode="lin" valueType="num">
                                      <p:cBhvr>
                                        <p:cTn id="56" dur="1000" fill="hold"/>
                                        <p:tgtEl>
                                          <p:spTgt spid="7"/>
                                        </p:tgtEl>
                                        <p:attrNameLst>
                                          <p:attrName>r</p:attrName>
                                        </p:attrNameLst>
                                      </p:cBhvr>
                                      <p:tavLst>
                                        <p:tav tm="0">
                                          <p:val>
                                            <p:strVal val="90"/>
                                          </p:val>
                                        </p:tav>
                                        <p:tav tm="100000">
                                          <p:val>
                                            <p:strVal val="0"/>
                                          </p:val>
                                        </p:tav>
                                      </p:tavLst>
                                    </p:anim>
                                    <p:animEffect transition="in" filter="fade">
                                      <p:cBhvr>
                                        <p:cTn id="57" dur="1000"/>
                                        <p:tgtEl>
                                          <p:spTgt spid="7"/>
                                        </p:tgtEl>
                                      </p:cBhvr>
                                    </p:animEffect>
                                  </p:childTnLst>
                                </p:cTn>
                              </p:par>
                              <p:par>
                                <p:cTn id="58" presetID="31" presetClass="entr" presetSubtype="0" fill="hold" nodeType="withEffect">
                                  <p:stCondLst>
                                    <p:cond delay="0"/>
                                  </p:stCondLst>
                                  <p:childTnLst>
                                    <p:set>
                                      <p:cBhvr>
                                        <p:cTn id="59" dur="1" fill="hold">
                                          <p:stCondLst>
                                            <p:cond delay="0"/>
                                          </p:stCondLst>
                                        </p:cTn>
                                        <p:tgtEl>
                                          <p:spTgt spid="6"/>
                                        </p:tgtEl>
                                        <p:attrNameLst>
                                          <p:attrName>style.visibility</p:attrName>
                                        </p:attrNameLst>
                                      </p:cBhvr>
                                      <p:to>
                                        <p:strVal val="visible"/>
                                      </p:to>
                                    </p:set>
                                    <p:anim calcmode="lin" valueType="num">
                                      <p:cBhvr>
                                        <p:cTn id="60" dur="1000" fill="hold"/>
                                        <p:tgtEl>
                                          <p:spTgt spid="6"/>
                                        </p:tgtEl>
                                        <p:attrNameLst>
                                          <p:attrName>ppt_w</p:attrName>
                                        </p:attrNameLst>
                                      </p:cBhvr>
                                      <p:tavLst>
                                        <p:tav tm="0">
                                          <p:val>
                                            <p:strVal val="0"/>
                                          </p:val>
                                        </p:tav>
                                        <p:tav tm="100000">
                                          <p:val>
                                            <p:strVal val="#ppt_w"/>
                                          </p:val>
                                        </p:tav>
                                      </p:tavLst>
                                    </p:anim>
                                    <p:anim calcmode="lin" valueType="num">
                                      <p:cBhvr>
                                        <p:cTn id="61" dur="1000" fill="hold"/>
                                        <p:tgtEl>
                                          <p:spTgt spid="6"/>
                                        </p:tgtEl>
                                        <p:attrNameLst>
                                          <p:attrName>ppt_h</p:attrName>
                                        </p:attrNameLst>
                                      </p:cBhvr>
                                      <p:tavLst>
                                        <p:tav tm="0">
                                          <p:val>
                                            <p:strVal val="0"/>
                                          </p:val>
                                        </p:tav>
                                        <p:tav tm="100000">
                                          <p:val>
                                            <p:strVal val="#ppt_h"/>
                                          </p:val>
                                        </p:tav>
                                      </p:tavLst>
                                    </p:anim>
                                    <p:anim calcmode="lin" valueType="num">
                                      <p:cBhvr>
                                        <p:cTn id="62" dur="1000" fill="hold"/>
                                        <p:tgtEl>
                                          <p:spTgt spid="6"/>
                                        </p:tgtEl>
                                        <p:attrNameLst>
                                          <p:attrName>r</p:attrName>
                                        </p:attrNameLst>
                                      </p:cBhvr>
                                      <p:tavLst>
                                        <p:tav tm="0">
                                          <p:val>
                                            <p:strVal val="90"/>
                                          </p:val>
                                        </p:tav>
                                        <p:tav tm="100000">
                                          <p:val>
                                            <p:strVal val="0"/>
                                          </p:val>
                                        </p:tav>
                                      </p:tavLst>
                                    </p:anim>
                                    <p:animEffect transition="in" filter="fade">
                                      <p:cBhvr>
                                        <p:cTn id="63" dur="1000"/>
                                        <p:tgtEl>
                                          <p:spTgt spid="6"/>
                                        </p:tgtEl>
                                      </p:cBhvr>
                                    </p:animEffect>
                                  </p:childTnLst>
                                </p:cTn>
                              </p:par>
                              <p:par>
                                <p:cTn id="64" presetID="31" presetClass="entr" presetSubtype="0" fill="hold" nodeType="withEffect">
                                  <p:stCondLst>
                                    <p:cond delay="0"/>
                                  </p:stCondLst>
                                  <p:childTnLst>
                                    <p:set>
                                      <p:cBhvr>
                                        <p:cTn id="65" dur="1" fill="hold">
                                          <p:stCondLst>
                                            <p:cond delay="0"/>
                                          </p:stCondLst>
                                        </p:cTn>
                                        <p:tgtEl>
                                          <p:spTgt spid="9"/>
                                        </p:tgtEl>
                                        <p:attrNameLst>
                                          <p:attrName>style.visibility</p:attrName>
                                        </p:attrNameLst>
                                      </p:cBhvr>
                                      <p:to>
                                        <p:strVal val="visible"/>
                                      </p:to>
                                    </p:set>
                                    <p:anim calcmode="lin" valueType="num">
                                      <p:cBhvr>
                                        <p:cTn id="66" dur="1000" fill="hold"/>
                                        <p:tgtEl>
                                          <p:spTgt spid="9"/>
                                        </p:tgtEl>
                                        <p:attrNameLst>
                                          <p:attrName>ppt_w</p:attrName>
                                        </p:attrNameLst>
                                      </p:cBhvr>
                                      <p:tavLst>
                                        <p:tav tm="0">
                                          <p:val>
                                            <p:strVal val="0"/>
                                          </p:val>
                                        </p:tav>
                                        <p:tav tm="100000">
                                          <p:val>
                                            <p:strVal val="#ppt_w"/>
                                          </p:val>
                                        </p:tav>
                                      </p:tavLst>
                                    </p:anim>
                                    <p:anim calcmode="lin" valueType="num">
                                      <p:cBhvr>
                                        <p:cTn id="67" dur="1000" fill="hold"/>
                                        <p:tgtEl>
                                          <p:spTgt spid="9"/>
                                        </p:tgtEl>
                                        <p:attrNameLst>
                                          <p:attrName>ppt_h</p:attrName>
                                        </p:attrNameLst>
                                      </p:cBhvr>
                                      <p:tavLst>
                                        <p:tav tm="0">
                                          <p:val>
                                            <p:strVal val="0"/>
                                          </p:val>
                                        </p:tav>
                                        <p:tav tm="100000">
                                          <p:val>
                                            <p:strVal val="#ppt_h"/>
                                          </p:val>
                                        </p:tav>
                                      </p:tavLst>
                                    </p:anim>
                                    <p:anim calcmode="lin" valueType="num">
                                      <p:cBhvr>
                                        <p:cTn id="68" dur="1000" fill="hold"/>
                                        <p:tgtEl>
                                          <p:spTgt spid="9"/>
                                        </p:tgtEl>
                                        <p:attrNameLst>
                                          <p:attrName>r</p:attrName>
                                        </p:attrNameLst>
                                      </p:cBhvr>
                                      <p:tavLst>
                                        <p:tav tm="0">
                                          <p:val>
                                            <p:strVal val="90"/>
                                          </p:val>
                                        </p:tav>
                                        <p:tav tm="100000">
                                          <p:val>
                                            <p:strVal val="0"/>
                                          </p:val>
                                        </p:tav>
                                      </p:tavLst>
                                    </p:anim>
                                    <p:animEffect transition="in" filter="fade">
                                      <p:cBhvr>
                                        <p:cTn id="69" dur="1000"/>
                                        <p:tgtEl>
                                          <p:spTgt spid="9"/>
                                        </p:tgtEl>
                                      </p:cBhvr>
                                    </p:animEffect>
                                  </p:childTnLst>
                                </p:cTn>
                              </p:par>
                              <p:par>
                                <p:cTn id="70" presetID="31" presetClass="entr" presetSubtype="0" fill="hold" nodeType="withEffect">
                                  <p:stCondLst>
                                    <p:cond delay="0"/>
                                  </p:stCondLst>
                                  <p:childTnLst>
                                    <p:set>
                                      <p:cBhvr>
                                        <p:cTn id="71" dur="1" fill="hold">
                                          <p:stCondLst>
                                            <p:cond delay="0"/>
                                          </p:stCondLst>
                                        </p:cTn>
                                        <p:tgtEl>
                                          <p:spTgt spid="12"/>
                                        </p:tgtEl>
                                        <p:attrNameLst>
                                          <p:attrName>style.visibility</p:attrName>
                                        </p:attrNameLst>
                                      </p:cBhvr>
                                      <p:to>
                                        <p:strVal val="visible"/>
                                      </p:to>
                                    </p:set>
                                    <p:anim calcmode="lin" valueType="num">
                                      <p:cBhvr>
                                        <p:cTn id="72" dur="1000" fill="hold"/>
                                        <p:tgtEl>
                                          <p:spTgt spid="12"/>
                                        </p:tgtEl>
                                        <p:attrNameLst>
                                          <p:attrName>ppt_w</p:attrName>
                                        </p:attrNameLst>
                                      </p:cBhvr>
                                      <p:tavLst>
                                        <p:tav tm="0">
                                          <p:val>
                                            <p:strVal val="0"/>
                                          </p:val>
                                        </p:tav>
                                        <p:tav tm="100000">
                                          <p:val>
                                            <p:strVal val="#ppt_w"/>
                                          </p:val>
                                        </p:tav>
                                      </p:tavLst>
                                    </p:anim>
                                    <p:anim calcmode="lin" valueType="num">
                                      <p:cBhvr>
                                        <p:cTn id="73" dur="1000" fill="hold"/>
                                        <p:tgtEl>
                                          <p:spTgt spid="12"/>
                                        </p:tgtEl>
                                        <p:attrNameLst>
                                          <p:attrName>ppt_h</p:attrName>
                                        </p:attrNameLst>
                                      </p:cBhvr>
                                      <p:tavLst>
                                        <p:tav tm="0">
                                          <p:val>
                                            <p:strVal val="0"/>
                                          </p:val>
                                        </p:tav>
                                        <p:tav tm="100000">
                                          <p:val>
                                            <p:strVal val="#ppt_h"/>
                                          </p:val>
                                        </p:tav>
                                      </p:tavLst>
                                    </p:anim>
                                    <p:anim calcmode="lin" valueType="num">
                                      <p:cBhvr>
                                        <p:cTn id="74" dur="1000" fill="hold"/>
                                        <p:tgtEl>
                                          <p:spTgt spid="12"/>
                                        </p:tgtEl>
                                        <p:attrNameLst>
                                          <p:attrName>r</p:attrName>
                                        </p:attrNameLst>
                                      </p:cBhvr>
                                      <p:tavLst>
                                        <p:tav tm="0">
                                          <p:val>
                                            <p:strVal val="90"/>
                                          </p:val>
                                        </p:tav>
                                        <p:tav tm="100000">
                                          <p:val>
                                            <p:strVal val="0"/>
                                          </p:val>
                                        </p:tav>
                                      </p:tavLst>
                                    </p:anim>
                                    <p:animEffect transition="in" filter="fade">
                                      <p:cBhvr>
                                        <p:cTn id="75" dur="1000"/>
                                        <p:tgtEl>
                                          <p:spTgt spid="12"/>
                                        </p:tgtEl>
                                      </p:cBhvr>
                                    </p:animEffect>
                                  </p:childTnLst>
                                </p:cTn>
                              </p:par>
                              <p:par>
                                <p:cTn id="76" presetID="31" presetClass="entr" presetSubtype="0" fill="hold" nodeType="withEffect">
                                  <p:stCondLst>
                                    <p:cond delay="0"/>
                                  </p:stCondLst>
                                  <p:childTnLst>
                                    <p:set>
                                      <p:cBhvr>
                                        <p:cTn id="77" dur="1" fill="hold">
                                          <p:stCondLst>
                                            <p:cond delay="0"/>
                                          </p:stCondLst>
                                        </p:cTn>
                                        <p:tgtEl>
                                          <p:spTgt spid="3"/>
                                        </p:tgtEl>
                                        <p:attrNameLst>
                                          <p:attrName>style.visibility</p:attrName>
                                        </p:attrNameLst>
                                      </p:cBhvr>
                                      <p:to>
                                        <p:strVal val="visible"/>
                                      </p:to>
                                    </p:set>
                                    <p:anim calcmode="lin" valueType="num">
                                      <p:cBhvr>
                                        <p:cTn id="78" dur="1000" fill="hold"/>
                                        <p:tgtEl>
                                          <p:spTgt spid="3"/>
                                        </p:tgtEl>
                                        <p:attrNameLst>
                                          <p:attrName>ppt_w</p:attrName>
                                        </p:attrNameLst>
                                      </p:cBhvr>
                                      <p:tavLst>
                                        <p:tav tm="0">
                                          <p:val>
                                            <p:strVal val="0"/>
                                          </p:val>
                                        </p:tav>
                                        <p:tav tm="100000">
                                          <p:val>
                                            <p:strVal val="#ppt_w"/>
                                          </p:val>
                                        </p:tav>
                                      </p:tavLst>
                                    </p:anim>
                                    <p:anim calcmode="lin" valueType="num">
                                      <p:cBhvr>
                                        <p:cTn id="79" dur="1000" fill="hold"/>
                                        <p:tgtEl>
                                          <p:spTgt spid="3"/>
                                        </p:tgtEl>
                                        <p:attrNameLst>
                                          <p:attrName>ppt_h</p:attrName>
                                        </p:attrNameLst>
                                      </p:cBhvr>
                                      <p:tavLst>
                                        <p:tav tm="0">
                                          <p:val>
                                            <p:strVal val="0"/>
                                          </p:val>
                                        </p:tav>
                                        <p:tav tm="100000">
                                          <p:val>
                                            <p:strVal val="#ppt_h"/>
                                          </p:val>
                                        </p:tav>
                                      </p:tavLst>
                                    </p:anim>
                                    <p:anim calcmode="lin" valueType="num">
                                      <p:cBhvr>
                                        <p:cTn id="80" dur="1000" fill="hold"/>
                                        <p:tgtEl>
                                          <p:spTgt spid="3"/>
                                        </p:tgtEl>
                                        <p:attrNameLst>
                                          <p:attrName>r</p:attrName>
                                        </p:attrNameLst>
                                      </p:cBhvr>
                                      <p:tavLst>
                                        <p:tav tm="0">
                                          <p:val>
                                            <p:strVal val="90"/>
                                          </p:val>
                                        </p:tav>
                                        <p:tav tm="100000">
                                          <p:val>
                                            <p:strVal val="0"/>
                                          </p:val>
                                        </p:tav>
                                      </p:tavLst>
                                    </p:anim>
                                    <p:animEffect transition="in" filter="fade">
                                      <p:cBhvr>
                                        <p:cTn id="81" dur="1000"/>
                                        <p:tgtEl>
                                          <p:spTgt spid="3"/>
                                        </p:tgtEl>
                                      </p:cBhvr>
                                    </p:animEffect>
                                  </p:childTnLst>
                                </p:cTn>
                              </p:par>
                              <p:par>
                                <p:cTn id="82" presetID="31" presetClass="entr" presetSubtype="0" fill="hold" nodeType="withEffect">
                                  <p:stCondLst>
                                    <p:cond delay="0"/>
                                  </p:stCondLst>
                                  <p:childTnLst>
                                    <p:set>
                                      <p:cBhvr>
                                        <p:cTn id="83" dur="1" fill="hold">
                                          <p:stCondLst>
                                            <p:cond delay="0"/>
                                          </p:stCondLst>
                                        </p:cTn>
                                        <p:tgtEl>
                                          <p:spTgt spid="14"/>
                                        </p:tgtEl>
                                        <p:attrNameLst>
                                          <p:attrName>style.visibility</p:attrName>
                                        </p:attrNameLst>
                                      </p:cBhvr>
                                      <p:to>
                                        <p:strVal val="visible"/>
                                      </p:to>
                                    </p:set>
                                    <p:anim calcmode="lin" valueType="num">
                                      <p:cBhvr>
                                        <p:cTn id="84" dur="1000" fill="hold"/>
                                        <p:tgtEl>
                                          <p:spTgt spid="14"/>
                                        </p:tgtEl>
                                        <p:attrNameLst>
                                          <p:attrName>ppt_w</p:attrName>
                                        </p:attrNameLst>
                                      </p:cBhvr>
                                      <p:tavLst>
                                        <p:tav tm="0">
                                          <p:val>
                                            <p:strVal val="0"/>
                                          </p:val>
                                        </p:tav>
                                        <p:tav tm="100000">
                                          <p:val>
                                            <p:strVal val="#ppt_w"/>
                                          </p:val>
                                        </p:tav>
                                      </p:tavLst>
                                    </p:anim>
                                    <p:anim calcmode="lin" valueType="num">
                                      <p:cBhvr>
                                        <p:cTn id="85" dur="1000" fill="hold"/>
                                        <p:tgtEl>
                                          <p:spTgt spid="14"/>
                                        </p:tgtEl>
                                        <p:attrNameLst>
                                          <p:attrName>ppt_h</p:attrName>
                                        </p:attrNameLst>
                                      </p:cBhvr>
                                      <p:tavLst>
                                        <p:tav tm="0">
                                          <p:val>
                                            <p:strVal val="0"/>
                                          </p:val>
                                        </p:tav>
                                        <p:tav tm="100000">
                                          <p:val>
                                            <p:strVal val="#ppt_h"/>
                                          </p:val>
                                        </p:tav>
                                      </p:tavLst>
                                    </p:anim>
                                    <p:anim calcmode="lin" valueType="num">
                                      <p:cBhvr>
                                        <p:cTn id="86" dur="1000" fill="hold"/>
                                        <p:tgtEl>
                                          <p:spTgt spid="14"/>
                                        </p:tgtEl>
                                        <p:attrNameLst>
                                          <p:attrName>r</p:attrName>
                                        </p:attrNameLst>
                                      </p:cBhvr>
                                      <p:tavLst>
                                        <p:tav tm="0">
                                          <p:val>
                                            <p:strVal val="90"/>
                                          </p:val>
                                        </p:tav>
                                        <p:tav tm="100000">
                                          <p:val>
                                            <p:strVal val="0"/>
                                          </p:val>
                                        </p:tav>
                                      </p:tavLst>
                                    </p:anim>
                                    <p:animEffect transition="in" filter="fade">
                                      <p:cBhvr>
                                        <p:cTn id="87" dur="1000"/>
                                        <p:tgtEl>
                                          <p:spTgt spid="14"/>
                                        </p:tgtEl>
                                      </p:cBhvr>
                                    </p:animEffect>
                                  </p:childTnLst>
                                </p:cTn>
                              </p:par>
                              <p:par>
                                <p:cTn id="88" presetID="31" presetClass="entr" presetSubtype="0" fill="hold" nodeType="withEffect">
                                  <p:stCondLst>
                                    <p:cond delay="0"/>
                                  </p:stCondLst>
                                  <p:childTnLst>
                                    <p:set>
                                      <p:cBhvr>
                                        <p:cTn id="89" dur="1" fill="hold">
                                          <p:stCondLst>
                                            <p:cond delay="0"/>
                                          </p:stCondLst>
                                        </p:cTn>
                                        <p:tgtEl>
                                          <p:spTgt spid="13"/>
                                        </p:tgtEl>
                                        <p:attrNameLst>
                                          <p:attrName>style.visibility</p:attrName>
                                        </p:attrNameLst>
                                      </p:cBhvr>
                                      <p:to>
                                        <p:strVal val="visible"/>
                                      </p:to>
                                    </p:set>
                                    <p:anim calcmode="lin" valueType="num">
                                      <p:cBhvr>
                                        <p:cTn id="90" dur="1000" fill="hold"/>
                                        <p:tgtEl>
                                          <p:spTgt spid="13"/>
                                        </p:tgtEl>
                                        <p:attrNameLst>
                                          <p:attrName>ppt_w</p:attrName>
                                        </p:attrNameLst>
                                      </p:cBhvr>
                                      <p:tavLst>
                                        <p:tav tm="0">
                                          <p:val>
                                            <p:strVal val="0"/>
                                          </p:val>
                                        </p:tav>
                                        <p:tav tm="100000">
                                          <p:val>
                                            <p:strVal val="#ppt_w"/>
                                          </p:val>
                                        </p:tav>
                                      </p:tavLst>
                                    </p:anim>
                                    <p:anim calcmode="lin" valueType="num">
                                      <p:cBhvr>
                                        <p:cTn id="91" dur="1000" fill="hold"/>
                                        <p:tgtEl>
                                          <p:spTgt spid="13"/>
                                        </p:tgtEl>
                                        <p:attrNameLst>
                                          <p:attrName>ppt_h</p:attrName>
                                        </p:attrNameLst>
                                      </p:cBhvr>
                                      <p:tavLst>
                                        <p:tav tm="0">
                                          <p:val>
                                            <p:strVal val="0"/>
                                          </p:val>
                                        </p:tav>
                                        <p:tav tm="100000">
                                          <p:val>
                                            <p:strVal val="#ppt_h"/>
                                          </p:val>
                                        </p:tav>
                                      </p:tavLst>
                                    </p:anim>
                                    <p:anim calcmode="lin" valueType="num">
                                      <p:cBhvr>
                                        <p:cTn id="92" dur="1000" fill="hold"/>
                                        <p:tgtEl>
                                          <p:spTgt spid="13"/>
                                        </p:tgtEl>
                                        <p:attrNameLst>
                                          <p:attrName>r</p:attrName>
                                        </p:attrNameLst>
                                      </p:cBhvr>
                                      <p:tavLst>
                                        <p:tav tm="0">
                                          <p:val>
                                            <p:strVal val="90"/>
                                          </p:val>
                                        </p:tav>
                                        <p:tav tm="100000">
                                          <p:val>
                                            <p:strVal val="0"/>
                                          </p:val>
                                        </p:tav>
                                      </p:tavLst>
                                    </p:anim>
                                    <p:animEffect transition="in" filter="fade">
                                      <p:cBhvr>
                                        <p:cTn id="93" dur="1000"/>
                                        <p:tgtEl>
                                          <p:spTgt spid="13"/>
                                        </p:tgtEl>
                                      </p:cBhvr>
                                    </p:animEffect>
                                  </p:childTnLst>
                                </p:cTn>
                              </p:par>
                              <p:par>
                                <p:cTn id="94" presetID="31" presetClass="entr" presetSubtype="0" fill="hold" nodeType="withEffect">
                                  <p:stCondLst>
                                    <p:cond delay="0"/>
                                  </p:stCondLst>
                                  <p:childTnLst>
                                    <p:set>
                                      <p:cBhvr>
                                        <p:cTn id="95" dur="1" fill="hold">
                                          <p:stCondLst>
                                            <p:cond delay="0"/>
                                          </p:stCondLst>
                                        </p:cTn>
                                        <p:tgtEl>
                                          <p:spTgt spid="11"/>
                                        </p:tgtEl>
                                        <p:attrNameLst>
                                          <p:attrName>style.visibility</p:attrName>
                                        </p:attrNameLst>
                                      </p:cBhvr>
                                      <p:to>
                                        <p:strVal val="visible"/>
                                      </p:to>
                                    </p:set>
                                    <p:anim calcmode="lin" valueType="num">
                                      <p:cBhvr>
                                        <p:cTn id="96" dur="1000" fill="hold"/>
                                        <p:tgtEl>
                                          <p:spTgt spid="11"/>
                                        </p:tgtEl>
                                        <p:attrNameLst>
                                          <p:attrName>ppt_w</p:attrName>
                                        </p:attrNameLst>
                                      </p:cBhvr>
                                      <p:tavLst>
                                        <p:tav tm="0">
                                          <p:val>
                                            <p:strVal val="0"/>
                                          </p:val>
                                        </p:tav>
                                        <p:tav tm="100000">
                                          <p:val>
                                            <p:strVal val="#ppt_w"/>
                                          </p:val>
                                        </p:tav>
                                      </p:tavLst>
                                    </p:anim>
                                    <p:anim calcmode="lin" valueType="num">
                                      <p:cBhvr>
                                        <p:cTn id="97" dur="1000" fill="hold"/>
                                        <p:tgtEl>
                                          <p:spTgt spid="11"/>
                                        </p:tgtEl>
                                        <p:attrNameLst>
                                          <p:attrName>ppt_h</p:attrName>
                                        </p:attrNameLst>
                                      </p:cBhvr>
                                      <p:tavLst>
                                        <p:tav tm="0">
                                          <p:val>
                                            <p:strVal val="0"/>
                                          </p:val>
                                        </p:tav>
                                        <p:tav tm="100000">
                                          <p:val>
                                            <p:strVal val="#ppt_h"/>
                                          </p:val>
                                        </p:tav>
                                      </p:tavLst>
                                    </p:anim>
                                    <p:anim calcmode="lin" valueType="num">
                                      <p:cBhvr>
                                        <p:cTn id="98" dur="1000" fill="hold"/>
                                        <p:tgtEl>
                                          <p:spTgt spid="11"/>
                                        </p:tgtEl>
                                        <p:attrNameLst>
                                          <p:attrName>r</p:attrName>
                                        </p:attrNameLst>
                                      </p:cBhvr>
                                      <p:tavLst>
                                        <p:tav tm="0">
                                          <p:val>
                                            <p:strVal val="90"/>
                                          </p:val>
                                        </p:tav>
                                        <p:tav tm="100000">
                                          <p:val>
                                            <p:strVal val="0"/>
                                          </p:val>
                                        </p:tav>
                                      </p:tavLst>
                                    </p:anim>
                                    <p:animEffect transition="in" filter="fade">
                                      <p:cBhvr>
                                        <p:cTn id="99" dur="1000"/>
                                        <p:tgtEl>
                                          <p:spTgt spid="11"/>
                                        </p:tgtEl>
                                      </p:cBhvr>
                                    </p:animEffect>
                                  </p:childTnLst>
                                </p:cTn>
                              </p:par>
                              <p:par>
                                <p:cTn id="100" presetID="31" presetClass="entr" presetSubtype="0" fill="hold" nodeType="withEffect">
                                  <p:stCondLst>
                                    <p:cond delay="0"/>
                                  </p:stCondLst>
                                  <p:childTnLst>
                                    <p:set>
                                      <p:cBhvr>
                                        <p:cTn id="101" dur="1" fill="hold">
                                          <p:stCondLst>
                                            <p:cond delay="0"/>
                                          </p:stCondLst>
                                        </p:cTn>
                                        <p:tgtEl>
                                          <p:spTgt spid="10"/>
                                        </p:tgtEl>
                                        <p:attrNameLst>
                                          <p:attrName>style.visibility</p:attrName>
                                        </p:attrNameLst>
                                      </p:cBhvr>
                                      <p:to>
                                        <p:strVal val="visible"/>
                                      </p:to>
                                    </p:set>
                                    <p:anim calcmode="lin" valueType="num">
                                      <p:cBhvr>
                                        <p:cTn id="102" dur="1000" fill="hold"/>
                                        <p:tgtEl>
                                          <p:spTgt spid="10"/>
                                        </p:tgtEl>
                                        <p:attrNameLst>
                                          <p:attrName>ppt_w</p:attrName>
                                        </p:attrNameLst>
                                      </p:cBhvr>
                                      <p:tavLst>
                                        <p:tav tm="0">
                                          <p:val>
                                            <p:strVal val="0"/>
                                          </p:val>
                                        </p:tav>
                                        <p:tav tm="100000">
                                          <p:val>
                                            <p:strVal val="#ppt_w"/>
                                          </p:val>
                                        </p:tav>
                                      </p:tavLst>
                                    </p:anim>
                                    <p:anim calcmode="lin" valueType="num">
                                      <p:cBhvr>
                                        <p:cTn id="103" dur="1000" fill="hold"/>
                                        <p:tgtEl>
                                          <p:spTgt spid="10"/>
                                        </p:tgtEl>
                                        <p:attrNameLst>
                                          <p:attrName>ppt_h</p:attrName>
                                        </p:attrNameLst>
                                      </p:cBhvr>
                                      <p:tavLst>
                                        <p:tav tm="0">
                                          <p:val>
                                            <p:strVal val="0"/>
                                          </p:val>
                                        </p:tav>
                                        <p:tav tm="100000">
                                          <p:val>
                                            <p:strVal val="#ppt_h"/>
                                          </p:val>
                                        </p:tav>
                                      </p:tavLst>
                                    </p:anim>
                                    <p:anim calcmode="lin" valueType="num">
                                      <p:cBhvr>
                                        <p:cTn id="104" dur="1000" fill="hold"/>
                                        <p:tgtEl>
                                          <p:spTgt spid="10"/>
                                        </p:tgtEl>
                                        <p:attrNameLst>
                                          <p:attrName>r</p:attrName>
                                        </p:attrNameLst>
                                      </p:cBhvr>
                                      <p:tavLst>
                                        <p:tav tm="0">
                                          <p:val>
                                            <p:strVal val="90"/>
                                          </p:val>
                                        </p:tav>
                                        <p:tav tm="100000">
                                          <p:val>
                                            <p:strVal val="0"/>
                                          </p:val>
                                        </p:tav>
                                      </p:tavLst>
                                    </p:anim>
                                    <p:animEffect transition="in" filter="fade">
                                      <p:cBhvr>
                                        <p:cTn id="105" dur="1000"/>
                                        <p:tgtEl>
                                          <p:spTgt spid="10"/>
                                        </p:tgtEl>
                                      </p:cBhvr>
                                    </p:animEffect>
                                  </p:childTnLst>
                                </p:cTn>
                              </p:par>
                              <p:par>
                                <p:cTn id="106" presetID="31" presetClass="entr" presetSubtype="0" fill="hold" nodeType="withEffect">
                                  <p:stCondLst>
                                    <p:cond delay="0"/>
                                  </p:stCondLst>
                                  <p:childTnLst>
                                    <p:set>
                                      <p:cBhvr>
                                        <p:cTn id="107" dur="1" fill="hold">
                                          <p:stCondLst>
                                            <p:cond delay="0"/>
                                          </p:stCondLst>
                                        </p:cTn>
                                        <p:tgtEl>
                                          <p:spTgt spid="8"/>
                                        </p:tgtEl>
                                        <p:attrNameLst>
                                          <p:attrName>style.visibility</p:attrName>
                                        </p:attrNameLst>
                                      </p:cBhvr>
                                      <p:to>
                                        <p:strVal val="visible"/>
                                      </p:to>
                                    </p:set>
                                    <p:anim calcmode="lin" valueType="num">
                                      <p:cBhvr>
                                        <p:cTn id="108" dur="1000" fill="hold"/>
                                        <p:tgtEl>
                                          <p:spTgt spid="8"/>
                                        </p:tgtEl>
                                        <p:attrNameLst>
                                          <p:attrName>ppt_w</p:attrName>
                                        </p:attrNameLst>
                                      </p:cBhvr>
                                      <p:tavLst>
                                        <p:tav tm="0">
                                          <p:val>
                                            <p:strVal val="0"/>
                                          </p:val>
                                        </p:tav>
                                        <p:tav tm="100000">
                                          <p:val>
                                            <p:strVal val="#ppt_w"/>
                                          </p:val>
                                        </p:tav>
                                      </p:tavLst>
                                    </p:anim>
                                    <p:anim calcmode="lin" valueType="num">
                                      <p:cBhvr>
                                        <p:cTn id="109" dur="1000" fill="hold"/>
                                        <p:tgtEl>
                                          <p:spTgt spid="8"/>
                                        </p:tgtEl>
                                        <p:attrNameLst>
                                          <p:attrName>ppt_h</p:attrName>
                                        </p:attrNameLst>
                                      </p:cBhvr>
                                      <p:tavLst>
                                        <p:tav tm="0">
                                          <p:val>
                                            <p:strVal val="0"/>
                                          </p:val>
                                        </p:tav>
                                        <p:tav tm="100000">
                                          <p:val>
                                            <p:strVal val="#ppt_h"/>
                                          </p:val>
                                        </p:tav>
                                      </p:tavLst>
                                    </p:anim>
                                    <p:anim calcmode="lin" valueType="num">
                                      <p:cBhvr>
                                        <p:cTn id="110" dur="1000" fill="hold"/>
                                        <p:tgtEl>
                                          <p:spTgt spid="8"/>
                                        </p:tgtEl>
                                        <p:attrNameLst>
                                          <p:attrName>r</p:attrName>
                                        </p:attrNameLst>
                                      </p:cBhvr>
                                      <p:tavLst>
                                        <p:tav tm="0">
                                          <p:val>
                                            <p:strVal val="90"/>
                                          </p:val>
                                        </p:tav>
                                        <p:tav tm="100000">
                                          <p:val>
                                            <p:strVal val="0"/>
                                          </p:val>
                                        </p:tav>
                                      </p:tavLst>
                                    </p:anim>
                                    <p:animEffect transition="in" filter="fade">
                                      <p:cBhvr>
                                        <p:cTn id="111" dur="1000"/>
                                        <p:tgtEl>
                                          <p:spTgt spid="8"/>
                                        </p:tgtEl>
                                      </p:cBhvr>
                                    </p:animEffect>
                                  </p:childTnLst>
                                </p:cTn>
                              </p:par>
                              <p:par>
                                <p:cTn id="112" presetID="31" presetClass="entr" presetSubtype="0" fill="hold" nodeType="withEffect">
                                  <p:stCondLst>
                                    <p:cond delay="0"/>
                                  </p:stCondLst>
                                  <p:childTnLst>
                                    <p:set>
                                      <p:cBhvr>
                                        <p:cTn id="113" dur="1" fill="hold">
                                          <p:stCondLst>
                                            <p:cond delay="0"/>
                                          </p:stCondLst>
                                        </p:cTn>
                                        <p:tgtEl>
                                          <p:spTgt spid="5"/>
                                        </p:tgtEl>
                                        <p:attrNameLst>
                                          <p:attrName>style.visibility</p:attrName>
                                        </p:attrNameLst>
                                      </p:cBhvr>
                                      <p:to>
                                        <p:strVal val="visible"/>
                                      </p:to>
                                    </p:set>
                                    <p:anim calcmode="lin" valueType="num">
                                      <p:cBhvr>
                                        <p:cTn id="114" dur="1000" fill="hold"/>
                                        <p:tgtEl>
                                          <p:spTgt spid="5"/>
                                        </p:tgtEl>
                                        <p:attrNameLst>
                                          <p:attrName>ppt_w</p:attrName>
                                        </p:attrNameLst>
                                      </p:cBhvr>
                                      <p:tavLst>
                                        <p:tav tm="0">
                                          <p:val>
                                            <p:strVal val="0"/>
                                          </p:val>
                                        </p:tav>
                                        <p:tav tm="100000">
                                          <p:val>
                                            <p:strVal val="#ppt_w"/>
                                          </p:val>
                                        </p:tav>
                                      </p:tavLst>
                                    </p:anim>
                                    <p:anim calcmode="lin" valueType="num">
                                      <p:cBhvr>
                                        <p:cTn id="115" dur="1000" fill="hold"/>
                                        <p:tgtEl>
                                          <p:spTgt spid="5"/>
                                        </p:tgtEl>
                                        <p:attrNameLst>
                                          <p:attrName>ppt_h</p:attrName>
                                        </p:attrNameLst>
                                      </p:cBhvr>
                                      <p:tavLst>
                                        <p:tav tm="0">
                                          <p:val>
                                            <p:strVal val="0"/>
                                          </p:val>
                                        </p:tav>
                                        <p:tav tm="100000">
                                          <p:val>
                                            <p:strVal val="#ppt_h"/>
                                          </p:val>
                                        </p:tav>
                                      </p:tavLst>
                                    </p:anim>
                                    <p:anim calcmode="lin" valueType="num">
                                      <p:cBhvr>
                                        <p:cTn id="116" dur="1000" fill="hold"/>
                                        <p:tgtEl>
                                          <p:spTgt spid="5"/>
                                        </p:tgtEl>
                                        <p:attrNameLst>
                                          <p:attrName>r</p:attrName>
                                        </p:attrNameLst>
                                      </p:cBhvr>
                                      <p:tavLst>
                                        <p:tav tm="0">
                                          <p:val>
                                            <p:strVal val="90"/>
                                          </p:val>
                                        </p:tav>
                                        <p:tav tm="100000">
                                          <p:val>
                                            <p:strVal val="0"/>
                                          </p:val>
                                        </p:tav>
                                      </p:tavLst>
                                    </p:anim>
                                    <p:animEffect transition="in" filter="fade">
                                      <p:cBhvr>
                                        <p:cTn id="117" dur="1000"/>
                                        <p:tgtEl>
                                          <p:spTgt spid="5"/>
                                        </p:tgtEl>
                                      </p:cBhvr>
                                    </p:animEffect>
                                  </p:childTnLst>
                                </p:cTn>
                              </p:par>
                              <p:par>
                                <p:cTn id="118" presetID="31" presetClass="entr" presetSubtype="0" fill="hold" nodeType="withEffect">
                                  <p:stCondLst>
                                    <p:cond delay="0"/>
                                  </p:stCondLst>
                                  <p:childTnLst>
                                    <p:set>
                                      <p:cBhvr>
                                        <p:cTn id="119" dur="1" fill="hold">
                                          <p:stCondLst>
                                            <p:cond delay="0"/>
                                          </p:stCondLst>
                                        </p:cTn>
                                        <p:tgtEl>
                                          <p:spTgt spid="4"/>
                                        </p:tgtEl>
                                        <p:attrNameLst>
                                          <p:attrName>style.visibility</p:attrName>
                                        </p:attrNameLst>
                                      </p:cBhvr>
                                      <p:to>
                                        <p:strVal val="visible"/>
                                      </p:to>
                                    </p:set>
                                    <p:anim calcmode="lin" valueType="num">
                                      <p:cBhvr>
                                        <p:cTn id="120" dur="1000" fill="hold"/>
                                        <p:tgtEl>
                                          <p:spTgt spid="4"/>
                                        </p:tgtEl>
                                        <p:attrNameLst>
                                          <p:attrName>ppt_w</p:attrName>
                                        </p:attrNameLst>
                                      </p:cBhvr>
                                      <p:tavLst>
                                        <p:tav tm="0">
                                          <p:val>
                                            <p:strVal val="0"/>
                                          </p:val>
                                        </p:tav>
                                        <p:tav tm="100000">
                                          <p:val>
                                            <p:strVal val="#ppt_w"/>
                                          </p:val>
                                        </p:tav>
                                      </p:tavLst>
                                    </p:anim>
                                    <p:anim calcmode="lin" valueType="num">
                                      <p:cBhvr>
                                        <p:cTn id="121" dur="1000" fill="hold"/>
                                        <p:tgtEl>
                                          <p:spTgt spid="4"/>
                                        </p:tgtEl>
                                        <p:attrNameLst>
                                          <p:attrName>ppt_h</p:attrName>
                                        </p:attrNameLst>
                                      </p:cBhvr>
                                      <p:tavLst>
                                        <p:tav tm="0">
                                          <p:val>
                                            <p:strVal val="0"/>
                                          </p:val>
                                        </p:tav>
                                        <p:tav tm="100000">
                                          <p:val>
                                            <p:strVal val="#ppt_h"/>
                                          </p:val>
                                        </p:tav>
                                      </p:tavLst>
                                    </p:anim>
                                    <p:anim calcmode="lin" valueType="num">
                                      <p:cBhvr>
                                        <p:cTn id="122" dur="1000" fill="hold"/>
                                        <p:tgtEl>
                                          <p:spTgt spid="4"/>
                                        </p:tgtEl>
                                        <p:attrNameLst>
                                          <p:attrName>r</p:attrName>
                                        </p:attrNameLst>
                                      </p:cBhvr>
                                      <p:tavLst>
                                        <p:tav tm="0">
                                          <p:val>
                                            <p:strVal val="90"/>
                                          </p:val>
                                        </p:tav>
                                        <p:tav tm="100000">
                                          <p:val>
                                            <p:strVal val="0"/>
                                          </p:val>
                                        </p:tav>
                                      </p:tavLst>
                                    </p:anim>
                                    <p:animEffect transition="in" filter="fade">
                                      <p:cBhvr>
                                        <p:cTn id="12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animBg="1"/>
      <p:bldP spid="20" grpId="0" animBg="1"/>
      <p:bldP spid="21" grpId="0" animBg="1"/>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40">
    <p:spTree>
      <p:nvGrpSpPr>
        <p:cNvPr id="1" name=""/>
        <p:cNvGrpSpPr/>
        <p:nvPr/>
      </p:nvGrpSpPr>
      <p:grpSpPr>
        <a:xfrm>
          <a:off x="0" y="0"/>
          <a:ext cx="0" cy="0"/>
          <a:chOff x="0" y="0"/>
          <a:chExt cx="0" cy="0"/>
        </a:xfrm>
      </p:grpSpPr>
      <p:pic>
        <p:nvPicPr>
          <p:cNvPr id="2" name="Picture 5" descr="A picture containing diagram, line, screenshot, text&#10;&#10;Description automatically generated">
            <a:extLst>
              <a:ext uri="{FF2B5EF4-FFF2-40B4-BE49-F238E27FC236}">
                <a16:creationId xmlns:a16="http://schemas.microsoft.com/office/drawing/2014/main" id="{FCBA7B55-E77F-E8C5-BEBE-5397DE52ED11}"/>
              </a:ext>
            </a:extLst>
          </p:cNvPr>
          <p:cNvPicPr>
            <a:picLocks noChangeAspect="1"/>
          </p:cNvPicPr>
          <p:nvPr/>
        </p:nvPicPr>
        <p:blipFill>
          <a:blip r:embed="rId2"/>
          <a:stretch>
            <a:fillRect/>
          </a:stretch>
        </p:blipFill>
        <p:spPr>
          <a:xfrm>
            <a:off x="5285232" y="3794759"/>
            <a:ext cx="6355080" cy="2889952"/>
          </a:xfrm>
          <a:prstGeom prst="rect">
            <a:avLst/>
          </a:prstGeom>
          <a:noFill/>
          <a:ln cap="flat">
            <a:noFill/>
          </a:ln>
        </p:spPr>
      </p:pic>
      <p:pic>
        <p:nvPicPr>
          <p:cNvPr id="3" name="Picture 7" descr="A picture containing diagram, sketch, technical drawing, plan&#10;&#10;Description automatically generated">
            <a:extLst>
              <a:ext uri="{FF2B5EF4-FFF2-40B4-BE49-F238E27FC236}">
                <a16:creationId xmlns:a16="http://schemas.microsoft.com/office/drawing/2014/main" id="{066E7CAC-2F74-9C9B-37AA-8FFA25AE34F0}"/>
              </a:ext>
            </a:extLst>
          </p:cNvPr>
          <p:cNvPicPr>
            <a:picLocks noChangeAspect="1"/>
          </p:cNvPicPr>
          <p:nvPr/>
        </p:nvPicPr>
        <p:blipFill>
          <a:blip r:embed="rId3"/>
          <a:stretch>
            <a:fillRect/>
          </a:stretch>
        </p:blipFill>
        <p:spPr>
          <a:xfrm>
            <a:off x="498283" y="356167"/>
            <a:ext cx="5763426" cy="3200848"/>
          </a:xfrm>
          <a:prstGeom prst="rect">
            <a:avLst/>
          </a:prstGeom>
          <a:noFill/>
          <a:ln w="9528" cap="flat">
            <a:solidFill>
              <a:srgbClr val="F4B183"/>
            </a:solidFill>
            <a:prstDash val="solid"/>
            <a:miter/>
          </a:ln>
        </p:spPr>
      </p:pic>
      <p:sp>
        <p:nvSpPr>
          <p:cNvPr id="4" name="Rectangle 8">
            <a:extLst>
              <a:ext uri="{FF2B5EF4-FFF2-40B4-BE49-F238E27FC236}">
                <a16:creationId xmlns:a16="http://schemas.microsoft.com/office/drawing/2014/main" id="{81BA095D-9CF8-8030-351E-3F4C40372DD0}"/>
              </a:ext>
            </a:extLst>
          </p:cNvPr>
          <p:cNvSpPr/>
          <p:nvPr/>
        </p:nvSpPr>
        <p:spPr>
          <a:xfrm>
            <a:off x="277895" y="3871185"/>
            <a:ext cx="4018477" cy="1169554"/>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500" b="1" i="0" u="sng" strike="noStrike" kern="1200" cap="none" spc="0" baseline="0">
                <a:solidFill>
                  <a:srgbClr val="92D050"/>
                </a:solidFill>
                <a:effectLst>
                  <a:outerShdw dist="38096" dir="2700000">
                    <a:srgbClr val="7F7F7F"/>
                  </a:outerShdw>
                </a:effectLst>
                <a:uFillTx/>
                <a:latin typeface="Calibri"/>
              </a:rPr>
              <a:t>LINEARIZED MODEL (EGO VEHICLE)</a:t>
            </a:r>
          </a:p>
        </p:txBody>
      </p:sp>
      <p:sp>
        <p:nvSpPr>
          <p:cNvPr id="5" name="Rectangle 9">
            <a:extLst>
              <a:ext uri="{FF2B5EF4-FFF2-40B4-BE49-F238E27FC236}">
                <a16:creationId xmlns:a16="http://schemas.microsoft.com/office/drawing/2014/main" id="{138F9D2F-E8B5-7813-F5E3-0B68679D2EFC}"/>
              </a:ext>
            </a:extLst>
          </p:cNvPr>
          <p:cNvSpPr/>
          <p:nvPr/>
        </p:nvSpPr>
        <p:spPr>
          <a:xfrm>
            <a:off x="6831775" y="245863"/>
            <a:ext cx="5064751" cy="1169554"/>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500" b="1" i="0" u="sng" strike="noStrike" kern="1200" cap="none" spc="0" baseline="0">
                <a:solidFill>
                  <a:srgbClr val="FFC000"/>
                </a:solidFill>
                <a:effectLst>
                  <a:outerShdw dist="38096" dir="2700000">
                    <a:srgbClr val="7F7F7F"/>
                  </a:outerShdw>
                </a:effectLst>
                <a:uFillTx/>
                <a:latin typeface="Calibri"/>
              </a:rPr>
              <a:t>REVERSED VEHICLE DYNAMICS (EGO VEHICLE)</a:t>
            </a:r>
          </a:p>
        </p:txBody>
      </p:sp>
      <p:cxnSp>
        <p:nvCxnSpPr>
          <p:cNvPr id="6" name="Straight Arrow Connector 11">
            <a:extLst>
              <a:ext uri="{FF2B5EF4-FFF2-40B4-BE49-F238E27FC236}">
                <a16:creationId xmlns:a16="http://schemas.microsoft.com/office/drawing/2014/main" id="{CE480829-7102-85E8-A9EE-43677B1D9490}"/>
              </a:ext>
            </a:extLst>
          </p:cNvPr>
          <p:cNvCxnSpPr/>
          <p:nvPr/>
        </p:nvCxnSpPr>
        <p:spPr>
          <a:xfrm flipV="1">
            <a:off x="6364224" y="1481328"/>
            <a:ext cx="1335024" cy="804672"/>
          </a:xfrm>
          <a:prstGeom prst="straightConnector1">
            <a:avLst/>
          </a:prstGeom>
          <a:noFill/>
          <a:ln w="28575" cap="flat">
            <a:solidFill>
              <a:srgbClr val="F4B183"/>
            </a:solidFill>
            <a:prstDash val="solid"/>
            <a:miter/>
            <a:tailEnd type="arrow"/>
          </a:ln>
        </p:spPr>
      </p:cxnSp>
      <p:cxnSp>
        <p:nvCxnSpPr>
          <p:cNvPr id="7" name="Straight Arrow Connector 13">
            <a:extLst>
              <a:ext uri="{FF2B5EF4-FFF2-40B4-BE49-F238E27FC236}">
                <a16:creationId xmlns:a16="http://schemas.microsoft.com/office/drawing/2014/main" id="{F055ECAB-EEBF-A592-9DB7-C60A758037AF}"/>
              </a:ext>
            </a:extLst>
          </p:cNvPr>
          <p:cNvCxnSpPr/>
          <p:nvPr/>
        </p:nvCxnSpPr>
        <p:spPr>
          <a:xfrm flipH="1" flipV="1">
            <a:off x="3511296" y="5239731"/>
            <a:ext cx="1499616" cy="905037"/>
          </a:xfrm>
          <a:prstGeom prst="straightConnector1">
            <a:avLst/>
          </a:prstGeom>
          <a:noFill/>
          <a:ln w="28575" cap="flat">
            <a:solidFill>
              <a:srgbClr val="A9D18E"/>
            </a:solidFill>
            <a:prstDash val="solid"/>
            <a:miter/>
            <a:tailEnd type="arrow"/>
          </a:ln>
        </p:spPr>
      </p:cxnSp>
      <p:cxnSp>
        <p:nvCxnSpPr>
          <p:cNvPr id="8" name="Straight Arrow Connector 5">
            <a:extLst>
              <a:ext uri="{FF2B5EF4-FFF2-40B4-BE49-F238E27FC236}">
                <a16:creationId xmlns:a16="http://schemas.microsoft.com/office/drawing/2014/main" id="{BA2B73ED-FF03-AA76-BEE2-08F0788D524E}"/>
              </a:ext>
            </a:extLst>
          </p:cNvPr>
          <p:cNvCxnSpPr>
            <a:endCxn id="10" idx="2"/>
          </p:cNvCxnSpPr>
          <p:nvPr/>
        </p:nvCxnSpPr>
        <p:spPr>
          <a:xfrm flipH="1" flipV="1">
            <a:off x="11061776" y="3123370"/>
            <a:ext cx="267640" cy="881702"/>
          </a:xfrm>
          <a:prstGeom prst="straightConnector1">
            <a:avLst/>
          </a:prstGeom>
          <a:noFill/>
          <a:ln w="28575" cap="flat">
            <a:solidFill>
              <a:srgbClr val="7F6000"/>
            </a:solidFill>
            <a:prstDash val="solid"/>
            <a:miter/>
            <a:tailEnd type="arrow"/>
          </a:ln>
        </p:spPr>
      </p:cxnSp>
      <p:cxnSp>
        <p:nvCxnSpPr>
          <p:cNvPr id="9" name="Straight Arrow Connector 5">
            <a:extLst>
              <a:ext uri="{FF2B5EF4-FFF2-40B4-BE49-F238E27FC236}">
                <a16:creationId xmlns:a16="http://schemas.microsoft.com/office/drawing/2014/main" id="{9A960EA9-ED4C-FE46-CE25-7FCE449AA51E}"/>
              </a:ext>
            </a:extLst>
          </p:cNvPr>
          <p:cNvCxnSpPr/>
          <p:nvPr/>
        </p:nvCxnSpPr>
        <p:spPr>
          <a:xfrm flipH="1" flipV="1">
            <a:off x="8462772" y="3187845"/>
            <a:ext cx="2790099" cy="1475595"/>
          </a:xfrm>
          <a:prstGeom prst="straightConnector1">
            <a:avLst/>
          </a:prstGeom>
          <a:noFill/>
          <a:ln w="28575" cap="flat">
            <a:solidFill>
              <a:srgbClr val="C00000"/>
            </a:solidFill>
            <a:prstDash val="solid"/>
            <a:miter/>
            <a:tailEnd type="arrow"/>
          </a:ln>
        </p:spPr>
      </p:cxnSp>
      <p:sp>
        <p:nvSpPr>
          <p:cNvPr id="10" name="TextBox 25">
            <a:extLst>
              <a:ext uri="{FF2B5EF4-FFF2-40B4-BE49-F238E27FC236}">
                <a16:creationId xmlns:a16="http://schemas.microsoft.com/office/drawing/2014/main" id="{3145BBDE-1FDD-B5F8-0D78-08BCE8FC7C19}"/>
              </a:ext>
            </a:extLst>
          </p:cNvPr>
          <p:cNvSpPr txBox="1"/>
          <p:nvPr/>
        </p:nvSpPr>
        <p:spPr>
          <a:xfrm>
            <a:off x="9981819" y="2477036"/>
            <a:ext cx="2159913" cy="646334"/>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7F6000"/>
                </a:solidFill>
                <a:uFillTx/>
                <a:latin typeface="Times New Roman" pitchFamily="18"/>
                <a:cs typeface="Times New Roman" pitchFamily="18"/>
              </a:rPr>
              <a:t>FINAL </a:t>
            </a:r>
            <a:r>
              <a:rPr lang="en-US" sz="1800" b="0" i="0" u="sng" strike="noStrike" kern="1200" cap="none" spc="0" baseline="0">
                <a:solidFill>
                  <a:srgbClr val="7F6000"/>
                </a:solidFill>
                <a:effectLst>
                  <a:outerShdw dist="38096" dir="2700000">
                    <a:srgbClr val="000000"/>
                  </a:outerShdw>
                </a:effectLst>
                <a:uFillTx/>
                <a:latin typeface="Times New Roman" pitchFamily="18"/>
                <a:cs typeface="Times New Roman" pitchFamily="18"/>
              </a:rPr>
              <a:t>POSITION</a:t>
            </a:r>
            <a:r>
              <a:rPr lang="en-US" sz="1800" b="0" i="0" u="none" strike="noStrike" kern="1200" cap="none" spc="0" baseline="0">
                <a:solidFill>
                  <a:srgbClr val="7F6000"/>
                </a:solidFill>
                <a:effectLst>
                  <a:outerShdw dist="38096" dir="2700000">
                    <a:srgbClr val="000000"/>
                  </a:outerShdw>
                </a:effectLst>
                <a:uFillTx/>
                <a:latin typeface="Times New Roman" pitchFamily="18"/>
                <a:cs typeface="Times New Roman" pitchFamily="18"/>
              </a:rPr>
              <a:t> </a:t>
            </a:r>
            <a:r>
              <a:rPr lang="en-US" sz="1800" b="0" i="0" u="none" strike="noStrike" kern="1200" cap="none" spc="0" baseline="0">
                <a:solidFill>
                  <a:srgbClr val="7F6000"/>
                </a:solidFill>
                <a:uFillTx/>
                <a:latin typeface="Times New Roman" pitchFamily="18"/>
                <a:cs typeface="Times New Roman" pitchFamily="18"/>
              </a:rPr>
              <a:t>OF </a:t>
            </a:r>
            <a:r>
              <a:rPr lang="en-US" sz="1800" b="1" i="0" u="none" strike="noStrike" kern="1200" cap="none" spc="0" baseline="0">
                <a:solidFill>
                  <a:srgbClr val="7F6000"/>
                </a:solidFill>
                <a:uFillTx/>
                <a:latin typeface="Times New Roman" pitchFamily="18"/>
                <a:cs typeface="Times New Roman" pitchFamily="18"/>
              </a:rPr>
              <a:t>EGO VEHICLE</a:t>
            </a:r>
            <a:endParaRPr lang="en-IN" sz="1800" b="1" i="0" u="none" strike="noStrike" kern="1200" cap="none" spc="0" baseline="0">
              <a:solidFill>
                <a:srgbClr val="7F6000"/>
              </a:solidFill>
              <a:uFillTx/>
              <a:latin typeface="Times New Roman" pitchFamily="18"/>
              <a:cs typeface="Times New Roman" pitchFamily="18"/>
            </a:endParaRPr>
          </a:p>
        </p:txBody>
      </p:sp>
      <p:sp>
        <p:nvSpPr>
          <p:cNvPr id="11" name="TextBox 13">
            <a:extLst>
              <a:ext uri="{FF2B5EF4-FFF2-40B4-BE49-F238E27FC236}">
                <a16:creationId xmlns:a16="http://schemas.microsoft.com/office/drawing/2014/main" id="{03A805F7-C555-0F1C-9AA1-F735529E92FF}"/>
              </a:ext>
            </a:extLst>
          </p:cNvPr>
          <p:cNvSpPr txBox="1"/>
          <p:nvPr/>
        </p:nvSpPr>
        <p:spPr>
          <a:xfrm>
            <a:off x="7357152" y="2541519"/>
            <a:ext cx="2159913" cy="646334"/>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C00000"/>
                </a:solidFill>
                <a:uFillTx/>
                <a:latin typeface="Times New Roman" pitchFamily="18"/>
                <a:cs typeface="Times New Roman" pitchFamily="18"/>
              </a:rPr>
              <a:t>FINAL </a:t>
            </a:r>
            <a:r>
              <a:rPr lang="en-US" sz="1800" b="0" i="0" u="sng" strike="noStrike" kern="1200" cap="none" spc="0" baseline="0">
                <a:solidFill>
                  <a:srgbClr val="C00000"/>
                </a:solidFill>
                <a:effectLst>
                  <a:outerShdw dist="38096" dir="2700000">
                    <a:srgbClr val="000000"/>
                  </a:outerShdw>
                </a:effectLst>
                <a:uFillTx/>
                <a:latin typeface="Times New Roman" pitchFamily="18"/>
                <a:cs typeface="Times New Roman" pitchFamily="18"/>
              </a:rPr>
              <a:t>VELOCITY</a:t>
            </a:r>
            <a:r>
              <a:rPr lang="en-US" sz="1800" b="0" i="0" u="none" strike="noStrike" kern="1200" cap="none" spc="0" baseline="0">
                <a:solidFill>
                  <a:srgbClr val="C00000"/>
                </a:solidFill>
                <a:uFillTx/>
                <a:latin typeface="Times New Roman" pitchFamily="18"/>
                <a:cs typeface="Times New Roman" pitchFamily="18"/>
              </a:rPr>
              <a:t> OF </a:t>
            </a:r>
            <a:r>
              <a:rPr lang="en-US" sz="1800" b="1" i="0" u="none" strike="noStrike" kern="1200" cap="none" spc="0" baseline="0">
                <a:solidFill>
                  <a:srgbClr val="C00000"/>
                </a:solidFill>
                <a:uFillTx/>
                <a:latin typeface="Times New Roman" pitchFamily="18"/>
                <a:cs typeface="Times New Roman" pitchFamily="18"/>
              </a:rPr>
              <a:t>EGO VEHICLE</a:t>
            </a:r>
            <a:endParaRPr lang="en-IN" sz="1800" b="1" i="0" u="none" strike="noStrike" kern="1200" cap="none" spc="0" baseline="0">
              <a:solidFill>
                <a:srgbClr val="C00000"/>
              </a:solidFill>
              <a:uFillTx/>
              <a:latin typeface="Times New Roman" pitchFamily="18"/>
              <a:cs typeface="Times New Roman" pitchFamily="18"/>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1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1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par>
                                <p:cTn id="28" presetID="10" presetClass="entr" presetSubtype="10"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par>
                                <p:cTn id="31" presetID="10" presetClass="entr" presetSubtype="10" fill="hold"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500"/>
                                        <p:tgtEl>
                                          <p:spTgt spid="2"/>
                                        </p:tgtEl>
                                      </p:cBhvr>
                                    </p:animEffect>
                                  </p:childTnLst>
                                </p:cTn>
                              </p:par>
                              <p:par>
                                <p:cTn id="34" presetID="10" presetClass="entr" presetSubtype="1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10" fill="hold"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27">
    <p:spTree>
      <p:nvGrpSpPr>
        <p:cNvPr id="1" name=""/>
        <p:cNvGrpSpPr/>
        <p:nvPr/>
      </p:nvGrpSpPr>
      <p:grpSpPr>
        <a:xfrm>
          <a:off x="0" y="0"/>
          <a:ext cx="0" cy="0"/>
          <a:chOff x="0" y="0"/>
          <a:chExt cx="0" cy="0"/>
        </a:xfrm>
      </p:grpSpPr>
      <p:pic>
        <p:nvPicPr>
          <p:cNvPr id="2" name="Picture 3" descr="A diagram of a flowchart&#10;&#10;Description automatically generated with low confidence">
            <a:extLst>
              <a:ext uri="{FF2B5EF4-FFF2-40B4-BE49-F238E27FC236}">
                <a16:creationId xmlns:a16="http://schemas.microsoft.com/office/drawing/2014/main" id="{92251F3C-9E1A-7859-D5BF-578B3B99D55F}"/>
              </a:ext>
            </a:extLst>
          </p:cNvPr>
          <p:cNvPicPr>
            <a:picLocks noChangeAspect="1"/>
          </p:cNvPicPr>
          <p:nvPr/>
        </p:nvPicPr>
        <p:blipFill>
          <a:blip r:embed="rId2"/>
          <a:stretch>
            <a:fillRect/>
          </a:stretch>
        </p:blipFill>
        <p:spPr>
          <a:xfrm>
            <a:off x="147227" y="798737"/>
            <a:ext cx="4744812" cy="4169042"/>
          </a:xfrm>
          <a:prstGeom prst="rect">
            <a:avLst/>
          </a:prstGeom>
          <a:noFill/>
          <a:ln cap="flat">
            <a:noFill/>
          </a:ln>
        </p:spPr>
      </p:pic>
      <p:sp>
        <p:nvSpPr>
          <p:cNvPr id="3" name="Rectangle 8">
            <a:extLst>
              <a:ext uri="{FF2B5EF4-FFF2-40B4-BE49-F238E27FC236}">
                <a16:creationId xmlns:a16="http://schemas.microsoft.com/office/drawing/2014/main" id="{2E739524-7726-9CB3-7136-E0B80BE22FAC}"/>
              </a:ext>
            </a:extLst>
          </p:cNvPr>
          <p:cNvSpPr/>
          <p:nvPr/>
        </p:nvSpPr>
        <p:spPr>
          <a:xfrm>
            <a:off x="148580" y="2668996"/>
            <a:ext cx="4743459" cy="3744266"/>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libri"/>
            </a:endParaRPr>
          </a:p>
        </p:txBody>
      </p:sp>
      <p:pic>
        <p:nvPicPr>
          <p:cNvPr id="4" name="Picture 7" descr="A screenshot of a computer">
            <a:extLst>
              <a:ext uri="{FF2B5EF4-FFF2-40B4-BE49-F238E27FC236}">
                <a16:creationId xmlns:a16="http://schemas.microsoft.com/office/drawing/2014/main" id="{976F5654-53C6-59FA-3DB6-A8E5EB843D25}"/>
              </a:ext>
            </a:extLst>
          </p:cNvPr>
          <p:cNvPicPr>
            <a:picLocks noChangeAspect="1"/>
          </p:cNvPicPr>
          <p:nvPr/>
        </p:nvPicPr>
        <p:blipFill>
          <a:blip r:embed="rId3"/>
          <a:stretch>
            <a:fillRect/>
          </a:stretch>
        </p:blipFill>
        <p:spPr>
          <a:xfrm>
            <a:off x="5500116" y="2390570"/>
            <a:ext cx="6361819" cy="4169042"/>
          </a:xfrm>
          <a:prstGeom prst="rect">
            <a:avLst/>
          </a:prstGeom>
          <a:noFill/>
          <a:ln w="9528" cap="flat">
            <a:solidFill>
              <a:srgbClr val="203864"/>
            </a:solidFill>
            <a:prstDash val="solid"/>
            <a:miter/>
          </a:ln>
        </p:spPr>
      </p:pic>
      <p:sp>
        <p:nvSpPr>
          <p:cNvPr id="5" name="Rectangle 9">
            <a:extLst>
              <a:ext uri="{FF2B5EF4-FFF2-40B4-BE49-F238E27FC236}">
                <a16:creationId xmlns:a16="http://schemas.microsoft.com/office/drawing/2014/main" id="{A5DA058C-B2CF-0472-3686-FB405A10907B}"/>
              </a:ext>
            </a:extLst>
          </p:cNvPr>
          <p:cNvSpPr/>
          <p:nvPr/>
        </p:nvSpPr>
        <p:spPr>
          <a:xfrm>
            <a:off x="5262372" y="798737"/>
            <a:ext cx="6718435" cy="3965286"/>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sp>
        <p:nvSpPr>
          <p:cNvPr id="6" name="Rectangle 10">
            <a:extLst>
              <a:ext uri="{FF2B5EF4-FFF2-40B4-BE49-F238E27FC236}">
                <a16:creationId xmlns:a16="http://schemas.microsoft.com/office/drawing/2014/main" id="{470EB43D-AAE7-3DAD-CA2C-8017D763C5A8}"/>
              </a:ext>
            </a:extLst>
          </p:cNvPr>
          <p:cNvSpPr/>
          <p:nvPr/>
        </p:nvSpPr>
        <p:spPr>
          <a:xfrm>
            <a:off x="0" y="-20537"/>
            <a:ext cx="12188823" cy="646334"/>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SIMULINK OF LEADING VEHICLE </a:t>
            </a:r>
            <a:r>
              <a:rPr lang="en-US" sz="3600" b="1" i="0" u="none" strike="noStrike" kern="1200" cap="none" spc="0" baseline="0">
                <a:solidFill>
                  <a:srgbClr val="262626"/>
                </a:solidFill>
                <a:effectLst>
                  <a:outerShdw dist="38096" dir="2700000">
                    <a:srgbClr val="5B9BD5"/>
                  </a:outerShdw>
                </a:effectLst>
                <a:uFillTx/>
                <a:latin typeface="Times New Roman" pitchFamily="18"/>
                <a:cs typeface="Times New Roman" pitchFamily="18"/>
              </a:rPr>
              <a:t>:-</a:t>
            </a:r>
            <a:endParaRPr lang="en-IN" sz="3600" b="1" i="0" u="none" strike="noStrike" kern="1200" cap="none" spc="0" baseline="0">
              <a:solidFill>
                <a:srgbClr val="262626"/>
              </a:solidFill>
              <a:effectLst>
                <a:outerShdw dist="38096" dir="2700000">
                  <a:srgbClr val="5B9BD5"/>
                </a:outerShdw>
              </a:effectLst>
              <a:uFillTx/>
              <a:latin typeface="Calibri"/>
            </a:endParaRPr>
          </a:p>
        </p:txBody>
      </p:sp>
      <p:cxnSp>
        <p:nvCxnSpPr>
          <p:cNvPr id="7" name="Straight Arrow Connector 7">
            <a:extLst>
              <a:ext uri="{FF2B5EF4-FFF2-40B4-BE49-F238E27FC236}">
                <a16:creationId xmlns:a16="http://schemas.microsoft.com/office/drawing/2014/main" id="{AF70A9E1-7B31-1E8D-8674-954AB23736AA}"/>
              </a:ext>
            </a:extLst>
          </p:cNvPr>
          <p:cNvCxnSpPr/>
          <p:nvPr/>
        </p:nvCxnSpPr>
        <p:spPr>
          <a:xfrm flipV="1">
            <a:off x="9473184" y="1773936"/>
            <a:ext cx="237744" cy="1947672"/>
          </a:xfrm>
          <a:prstGeom prst="straightConnector1">
            <a:avLst/>
          </a:prstGeom>
          <a:noFill/>
          <a:ln w="6345" cap="flat">
            <a:solidFill>
              <a:srgbClr val="4472C4"/>
            </a:solidFill>
            <a:prstDash val="solid"/>
            <a:miter/>
            <a:tailEnd type="arrow"/>
          </a:ln>
        </p:spPr>
      </p:cxnSp>
      <p:sp>
        <p:nvSpPr>
          <p:cNvPr id="8" name="Rectangle 8">
            <a:extLst>
              <a:ext uri="{FF2B5EF4-FFF2-40B4-BE49-F238E27FC236}">
                <a16:creationId xmlns:a16="http://schemas.microsoft.com/office/drawing/2014/main" id="{9DD7A84C-BBBA-A839-0A60-54905CB4BA57}"/>
              </a:ext>
            </a:extLst>
          </p:cNvPr>
          <p:cNvSpPr/>
          <p:nvPr/>
        </p:nvSpPr>
        <p:spPr>
          <a:xfrm>
            <a:off x="8203749" y="798737"/>
            <a:ext cx="3261152" cy="923333"/>
          </a:xfrm>
          <a:prstGeom prst="rect">
            <a:avLst/>
          </a:prstGeom>
          <a:noFill/>
          <a:ln cap="flat">
            <a:noFill/>
            <a:prstDash val="solid"/>
          </a:ln>
        </p:spPr>
        <p:txBody>
          <a:bodyPr vert="horz" wrap="non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262626"/>
                </a:solidFill>
                <a:effectLst>
                  <a:outerShdw dist="38096" dir="2700000">
                    <a:srgbClr val="5B9BD5"/>
                  </a:outerShdw>
                </a:effectLst>
                <a:uFillTx/>
                <a:latin typeface="Calibri"/>
              </a:rPr>
              <a:t>Pulse waveform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262626"/>
                </a:solidFill>
                <a:effectLst>
                  <a:outerShdw dist="38096" dir="2700000">
                    <a:srgbClr val="5B9BD5"/>
                  </a:outerShdw>
                </a:effectLst>
                <a:uFillTx/>
                <a:latin typeface="Calibri"/>
              </a:rPr>
              <a:t>as a</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sng" strike="noStrike" kern="1200" cap="none" spc="0" baseline="0">
                <a:solidFill>
                  <a:srgbClr val="262626"/>
                </a:solidFill>
                <a:effectLst>
                  <a:outerShdw dist="38096" dir="2700000">
                    <a:srgbClr val="5B9BD5"/>
                  </a:outerShdw>
                </a:effectLst>
                <a:uFillTx/>
                <a:latin typeface="Calibri"/>
              </a:rPr>
              <a:t>Velocity</a:t>
            </a:r>
            <a:r>
              <a:rPr lang="en-US" sz="1800" b="1" i="0" u="none" strike="noStrike" kern="1200" cap="none" spc="0" baseline="0">
                <a:solidFill>
                  <a:srgbClr val="262626"/>
                </a:solidFill>
                <a:effectLst>
                  <a:outerShdw dist="38096" dir="2700000">
                    <a:srgbClr val="5B9BD5"/>
                  </a:outerShdw>
                </a:effectLst>
                <a:uFillTx/>
                <a:latin typeface="Calibri"/>
              </a:rPr>
              <a:t> Input of </a:t>
            </a:r>
            <a:r>
              <a:rPr lang="en-US" sz="1800" b="1" i="0" u="sng" strike="noStrike" kern="1200" cap="none" spc="0" baseline="0">
                <a:solidFill>
                  <a:srgbClr val="262626"/>
                </a:solidFill>
                <a:effectLst>
                  <a:outerShdw dist="38096" dir="2700000">
                    <a:srgbClr val="5B9BD5"/>
                  </a:outerShdw>
                </a:effectLst>
                <a:uFillTx/>
                <a:latin typeface="Calibri"/>
              </a:rPr>
              <a:t>Leader Vehicle.</a:t>
            </a:r>
          </a:p>
        </p:txBody>
      </p:sp>
      <p:sp>
        <p:nvSpPr>
          <p:cNvPr id="9" name="Rectangle 13">
            <a:extLst>
              <a:ext uri="{FF2B5EF4-FFF2-40B4-BE49-F238E27FC236}">
                <a16:creationId xmlns:a16="http://schemas.microsoft.com/office/drawing/2014/main" id="{E74949D8-98A0-0BE3-2537-3BB42BBC2A53}"/>
              </a:ext>
            </a:extLst>
          </p:cNvPr>
          <p:cNvSpPr/>
          <p:nvPr/>
        </p:nvSpPr>
        <p:spPr>
          <a:xfrm>
            <a:off x="400040" y="5520095"/>
            <a:ext cx="4053727" cy="1015660"/>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effectLst>
                  <a:outerShdw dist="19048" dir="2700000">
                    <a:srgbClr val="000000"/>
                  </a:outerShdw>
                </a:effectLst>
                <a:uFillTx/>
                <a:latin typeface="Calibri"/>
              </a:rPr>
              <a:t>Position is Directly</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000" b="0" i="0" u="none" strike="noStrike" kern="1200" cap="none" spc="0" baseline="0">
                <a:solidFill>
                  <a:srgbClr val="000000"/>
                </a:solidFill>
                <a:effectLst>
                  <a:outerShdw dist="19048" dir="2700000">
                    <a:srgbClr val="000000"/>
                  </a:outerShdw>
                </a:effectLst>
                <a:uFillTx/>
                <a:latin typeface="Calibri"/>
              </a:rPr>
              <a:t>proportional </a:t>
            </a:r>
            <a:r>
              <a:rPr lang="en-US" sz="2000" b="0" i="0" u="none" strike="noStrike" kern="1200" cap="none" spc="0" baseline="0">
                <a:solidFill>
                  <a:srgbClr val="000000"/>
                </a:solidFill>
                <a:effectLst>
                  <a:outerShdw dist="19048" dir="2700000">
                    <a:srgbClr val="000000"/>
                  </a:outerShdw>
                </a:effectLst>
                <a:uFillTx/>
                <a:latin typeface="Calibri"/>
              </a:rPr>
              <a:t>to</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effectLst>
                  <a:outerShdw dist="19048" dir="2700000">
                    <a:srgbClr val="000000"/>
                  </a:outerShdw>
                </a:effectLst>
                <a:uFillTx/>
                <a:latin typeface="Calibri"/>
              </a:rPr>
              <a:t> Velocity &amp; time.</a:t>
            </a:r>
          </a:p>
        </p:txBody>
      </p:sp>
    </p:spTree>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strVal val="0"/>
                                          </p:val>
                                        </p:tav>
                                        <p:tav tm="100000">
                                          <p:val>
                                            <p:strVal val="#ppt_w"/>
                                          </p:val>
                                        </p:tav>
                                      </p:tavLst>
                                    </p:anim>
                                    <p:anim calcmode="lin" valueType="num">
                                      <p:cBhvr>
                                        <p:cTn id="15" dur="1000" fill="hold"/>
                                        <p:tgtEl>
                                          <p:spTgt spid="2"/>
                                        </p:tgtEl>
                                        <p:attrNameLst>
                                          <p:attrName>ppt_h</p:attrName>
                                        </p:attrNameLst>
                                      </p:cBhvr>
                                      <p:tavLst>
                                        <p:tav tm="0">
                                          <p:val>
                                            <p:strVal val="0"/>
                                          </p:val>
                                        </p:tav>
                                        <p:tav tm="100000">
                                          <p:val>
                                            <p:strVal val="#ppt_h"/>
                                          </p:val>
                                        </p:tav>
                                      </p:tavLst>
                                    </p:anim>
                                    <p:anim calcmode="lin" valueType="num">
                                      <p:cBhvr>
                                        <p:cTn id="16" dur="1000" fill="hold"/>
                                        <p:tgtEl>
                                          <p:spTgt spid="2"/>
                                        </p:tgtEl>
                                        <p:attrNameLst>
                                          <p:attrName>r</p:attrName>
                                        </p:attrNameLst>
                                      </p:cBhvr>
                                      <p:tavLst>
                                        <p:tav tm="0">
                                          <p:val>
                                            <p:strVal val="90"/>
                                          </p:val>
                                        </p:tav>
                                        <p:tav tm="100000">
                                          <p:val>
                                            <p:strVal val="0"/>
                                          </p:val>
                                        </p:tav>
                                      </p:tavLst>
                                    </p:anim>
                                    <p:animEffect transition="in" filter="fade">
                                      <p:cBhvr>
                                        <p:cTn id="17" dur="1000"/>
                                        <p:tgtEl>
                                          <p:spTgt spid="2"/>
                                        </p:tgtEl>
                                      </p:cBhvr>
                                    </p:animEffect>
                                  </p:childTnLst>
                                </p:cTn>
                              </p:par>
                              <p:par>
                                <p:cTn id="18" presetID="31"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p:cTn id="20" dur="1000" fill="hold"/>
                                        <p:tgtEl>
                                          <p:spTgt spid="9"/>
                                        </p:tgtEl>
                                        <p:attrNameLst>
                                          <p:attrName>ppt_w</p:attrName>
                                        </p:attrNameLst>
                                      </p:cBhvr>
                                      <p:tavLst>
                                        <p:tav tm="0">
                                          <p:val>
                                            <p:strVal val="0"/>
                                          </p:val>
                                        </p:tav>
                                        <p:tav tm="100000">
                                          <p:val>
                                            <p:strVal val="#ppt_w"/>
                                          </p:val>
                                        </p:tav>
                                      </p:tavLst>
                                    </p:anim>
                                    <p:anim calcmode="lin" valueType="num">
                                      <p:cBhvr>
                                        <p:cTn id="21" dur="1000" fill="hold"/>
                                        <p:tgtEl>
                                          <p:spTgt spid="9"/>
                                        </p:tgtEl>
                                        <p:attrNameLst>
                                          <p:attrName>ppt_h</p:attrName>
                                        </p:attrNameLst>
                                      </p:cBhvr>
                                      <p:tavLst>
                                        <p:tav tm="0">
                                          <p:val>
                                            <p:strVal val="0"/>
                                          </p:val>
                                        </p:tav>
                                        <p:tav tm="100000">
                                          <p:val>
                                            <p:strVal val="#ppt_h"/>
                                          </p:val>
                                        </p:tav>
                                      </p:tavLst>
                                    </p:anim>
                                    <p:anim calcmode="lin" valueType="num">
                                      <p:cBhvr>
                                        <p:cTn id="22" dur="1000" fill="hold"/>
                                        <p:tgtEl>
                                          <p:spTgt spid="9"/>
                                        </p:tgtEl>
                                        <p:attrNameLst>
                                          <p:attrName>r</p:attrName>
                                        </p:attrNameLst>
                                      </p:cBhvr>
                                      <p:tavLst>
                                        <p:tav tm="0">
                                          <p:val>
                                            <p:strVal val="90"/>
                                          </p:val>
                                        </p:tav>
                                        <p:tav tm="100000">
                                          <p:val>
                                            <p:strVal val="0"/>
                                          </p:val>
                                        </p:tav>
                                      </p:tavLst>
                                    </p:anim>
                                    <p:animEffect transition="in" filter="fade">
                                      <p:cBhvr>
                                        <p:cTn id="23" dur="10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p:cTn id="28" dur="500" fill="hold"/>
                                        <p:tgtEl>
                                          <p:spTgt spid="4"/>
                                        </p:tgtEl>
                                        <p:attrNameLst>
                                          <p:attrName>ppt_w</p:attrName>
                                        </p:attrNameLst>
                                      </p:cBhvr>
                                      <p:tavLst>
                                        <p:tav tm="0">
                                          <p:val>
                                            <p:strVal val="0"/>
                                          </p:val>
                                        </p:tav>
                                        <p:tav tm="100000">
                                          <p:val>
                                            <p:strVal val="#ppt_w"/>
                                          </p:val>
                                        </p:tav>
                                      </p:tavLst>
                                    </p:anim>
                                    <p:anim calcmode="lin" valueType="num">
                                      <p:cBhvr>
                                        <p:cTn id="29" dur="500" fill="hold"/>
                                        <p:tgtEl>
                                          <p:spTgt spid="4"/>
                                        </p:tgtEl>
                                        <p:attrNameLst>
                                          <p:attrName>ppt_h</p:attrName>
                                        </p:attrNameLst>
                                      </p:cBhvr>
                                      <p:tavLst>
                                        <p:tav tm="0">
                                          <p:val>
                                            <p:strVal val="0"/>
                                          </p:val>
                                        </p:tav>
                                        <p:tav tm="100000">
                                          <p:val>
                                            <p:strVal val="#ppt_h"/>
                                          </p:val>
                                        </p:tav>
                                      </p:tavLst>
                                    </p:anim>
                                    <p:animEffect transition="in" filter="fade">
                                      <p:cBhvr>
                                        <p:cTn id="30" dur="500"/>
                                        <p:tgtEl>
                                          <p:spTgt spid="4"/>
                                        </p:tgtEl>
                                      </p:cBhvr>
                                    </p:animEffect>
                                  </p:childTnLst>
                                </p:cTn>
                              </p:par>
                              <p:par>
                                <p:cTn id="31" presetID="53" presetClass="entr" presetSubtype="16"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p:cTn id="33" dur="500" fill="hold"/>
                                        <p:tgtEl>
                                          <p:spTgt spid="7"/>
                                        </p:tgtEl>
                                        <p:attrNameLst>
                                          <p:attrName>ppt_w</p:attrName>
                                        </p:attrNameLst>
                                      </p:cBhvr>
                                      <p:tavLst>
                                        <p:tav tm="0">
                                          <p:val>
                                            <p:strVal val="0"/>
                                          </p:val>
                                        </p:tav>
                                        <p:tav tm="100000">
                                          <p:val>
                                            <p:strVal val="#ppt_w"/>
                                          </p:val>
                                        </p:tav>
                                      </p:tavLst>
                                    </p:anim>
                                    <p:anim calcmode="lin" valueType="num">
                                      <p:cBhvr>
                                        <p:cTn id="34" dur="500" fill="hold"/>
                                        <p:tgtEl>
                                          <p:spTgt spid="7"/>
                                        </p:tgtEl>
                                        <p:attrNameLst>
                                          <p:attrName>ppt_h</p:attrName>
                                        </p:attrNameLst>
                                      </p:cBhvr>
                                      <p:tavLst>
                                        <p:tav tm="0">
                                          <p:val>
                                            <p:strVal val="0"/>
                                          </p:val>
                                        </p:tav>
                                        <p:tav tm="100000">
                                          <p:val>
                                            <p:strVal val="#ppt_h"/>
                                          </p:val>
                                        </p:tav>
                                      </p:tavLst>
                                    </p:anim>
                                    <p:animEffect transition="in" filter="fade">
                                      <p:cBhvr>
                                        <p:cTn id="35" dur="500"/>
                                        <p:tgtEl>
                                          <p:spTgt spid="7"/>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p:cTn id="38" dur="500" fill="hold"/>
                                        <p:tgtEl>
                                          <p:spTgt spid="8"/>
                                        </p:tgtEl>
                                        <p:attrNameLst>
                                          <p:attrName>ppt_w</p:attrName>
                                        </p:attrNameLst>
                                      </p:cBhvr>
                                      <p:tavLst>
                                        <p:tav tm="0">
                                          <p:val>
                                            <p:strVal val="0"/>
                                          </p:val>
                                        </p:tav>
                                        <p:tav tm="100000">
                                          <p:val>
                                            <p:strVal val="#ppt_w"/>
                                          </p:val>
                                        </p:tav>
                                      </p:tavLst>
                                    </p:anim>
                                    <p:anim calcmode="lin" valueType="num">
                                      <p:cBhvr>
                                        <p:cTn id="39" dur="500" fill="hold"/>
                                        <p:tgtEl>
                                          <p:spTgt spid="8"/>
                                        </p:tgtEl>
                                        <p:attrNameLst>
                                          <p:attrName>ppt_h</p:attrName>
                                        </p:attrNameLst>
                                      </p:cBhvr>
                                      <p:tavLst>
                                        <p:tav tm="0">
                                          <p:val>
                                            <p:strVal val="0"/>
                                          </p:val>
                                        </p:tav>
                                        <p:tav tm="100000">
                                          <p:val>
                                            <p:strVal val="#ppt_h"/>
                                          </p:val>
                                        </p:tav>
                                      </p:tavLst>
                                    </p:anim>
                                    <p:animEffect transition="in" filter="fade">
                                      <p:cBhvr>
                                        <p:cTn id="4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28">
    <p:spTree>
      <p:nvGrpSpPr>
        <p:cNvPr id="1" name=""/>
        <p:cNvGrpSpPr/>
        <p:nvPr/>
      </p:nvGrpSpPr>
      <p:grpSpPr>
        <a:xfrm>
          <a:off x="0" y="0"/>
          <a:ext cx="0" cy="0"/>
          <a:chOff x="0" y="0"/>
          <a:chExt cx="0" cy="0"/>
        </a:xfrm>
      </p:grpSpPr>
      <p:pic>
        <p:nvPicPr>
          <p:cNvPr id="2" name="Picture 3" descr="A picture containing text, diagram, screenshot, plan&#10;&#10;Description automatically generated">
            <a:extLst>
              <a:ext uri="{FF2B5EF4-FFF2-40B4-BE49-F238E27FC236}">
                <a16:creationId xmlns:a16="http://schemas.microsoft.com/office/drawing/2014/main" id="{CE0CE317-04F9-937E-47BC-E96E95C5705F}"/>
              </a:ext>
            </a:extLst>
          </p:cNvPr>
          <p:cNvPicPr>
            <a:picLocks noChangeAspect="1"/>
          </p:cNvPicPr>
          <p:nvPr/>
        </p:nvPicPr>
        <p:blipFill>
          <a:blip r:embed="rId2"/>
          <a:stretch>
            <a:fillRect/>
          </a:stretch>
        </p:blipFill>
        <p:spPr>
          <a:xfrm>
            <a:off x="5340480" y="240788"/>
            <a:ext cx="5824343" cy="6146176"/>
          </a:xfrm>
          <a:prstGeom prst="rect">
            <a:avLst/>
          </a:prstGeom>
          <a:noFill/>
          <a:ln w="9528" cap="flat">
            <a:solidFill>
              <a:srgbClr val="7030A0"/>
            </a:solidFill>
            <a:prstDash val="solid"/>
            <a:miter/>
          </a:ln>
        </p:spPr>
      </p:pic>
      <p:sp>
        <p:nvSpPr>
          <p:cNvPr id="3" name="Rectangle 5">
            <a:extLst>
              <a:ext uri="{FF2B5EF4-FFF2-40B4-BE49-F238E27FC236}">
                <a16:creationId xmlns:a16="http://schemas.microsoft.com/office/drawing/2014/main" id="{40FF9AF1-90FA-2DB1-1DE1-6536E0B345AE}"/>
              </a:ext>
            </a:extLst>
          </p:cNvPr>
          <p:cNvSpPr/>
          <p:nvPr/>
        </p:nvSpPr>
        <p:spPr>
          <a:xfrm>
            <a:off x="420367" y="756428"/>
            <a:ext cx="461900" cy="5078312"/>
          </a:xfrm>
          <a:prstGeom prst="rect">
            <a:avLst/>
          </a:prstGeom>
          <a:noFill/>
          <a:ln w="57150" cap="flat">
            <a:solidFill>
              <a:srgbClr val="000000"/>
            </a:solidFill>
            <a:prstDash val="solid"/>
            <a:miter/>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262626"/>
                </a:solidFill>
                <a:effectLst>
                  <a:outerShdw dist="38096" dir="2700000">
                    <a:srgbClr val="5B9BD5"/>
                  </a:outerShdw>
                </a:effectLst>
                <a:uFillTx/>
                <a:latin typeface="Calibri"/>
              </a:rPr>
              <a:t>REFERENCS</a:t>
            </a:r>
          </a:p>
        </p:txBody>
      </p:sp>
      <p:sp>
        <p:nvSpPr>
          <p:cNvPr id="4" name="Rectangle 7">
            <a:extLst>
              <a:ext uri="{FF2B5EF4-FFF2-40B4-BE49-F238E27FC236}">
                <a16:creationId xmlns:a16="http://schemas.microsoft.com/office/drawing/2014/main" id="{2B207AE6-657D-C47B-A37C-B1EF31D1BCE5}"/>
              </a:ext>
            </a:extLst>
          </p:cNvPr>
          <p:cNvSpPr/>
          <p:nvPr/>
        </p:nvSpPr>
        <p:spPr>
          <a:xfrm flipH="1">
            <a:off x="1225716" y="2459736"/>
            <a:ext cx="566928" cy="1200332"/>
          </a:xfrm>
          <a:prstGeom prst="rect">
            <a:avLst/>
          </a:prstGeom>
          <a:noFill/>
          <a:ln w="38103" cap="flat">
            <a:solidFill>
              <a:srgbClr val="000000"/>
            </a:solidFill>
            <a:prstDash val="solid"/>
            <a:miter/>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262626"/>
                </a:solidFill>
                <a:effectLst>
                  <a:outerShdw dist="38096" dir="2700000">
                    <a:srgbClr val="5B9BD5"/>
                  </a:outerShdw>
                </a:effectLst>
                <a:uFillTx/>
                <a:latin typeface="Calibri"/>
              </a:rPr>
              <a:t>OF</a:t>
            </a:r>
          </a:p>
        </p:txBody>
      </p:sp>
      <p:sp>
        <p:nvSpPr>
          <p:cNvPr id="5" name="Rectangle 8">
            <a:extLst>
              <a:ext uri="{FF2B5EF4-FFF2-40B4-BE49-F238E27FC236}">
                <a16:creationId xmlns:a16="http://schemas.microsoft.com/office/drawing/2014/main" id="{FA05D530-C46F-ABE3-0987-FA46886F9B63}"/>
              </a:ext>
            </a:extLst>
          </p:cNvPr>
          <p:cNvSpPr/>
          <p:nvPr/>
        </p:nvSpPr>
        <p:spPr>
          <a:xfrm>
            <a:off x="2136093" y="2598231"/>
            <a:ext cx="1383633" cy="923333"/>
          </a:xfrm>
          <a:prstGeom prst="rect">
            <a:avLst/>
          </a:prstGeom>
          <a:noFill/>
          <a:ln w="28575" cap="flat">
            <a:solidFill>
              <a:srgbClr val="000000"/>
            </a:solidFill>
            <a:prstDash val="solid"/>
            <a:miter/>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262626"/>
                </a:solidFill>
                <a:effectLst>
                  <a:outerShdw dist="38096" dir="2700000">
                    <a:srgbClr val="5B9BD5"/>
                  </a:outerShdw>
                </a:effectLst>
                <a:uFillTx/>
                <a:latin typeface="Calibri"/>
              </a:rPr>
              <a:t>ACC</a:t>
            </a:r>
            <a:r>
              <a:rPr lang="en-US" sz="5400" b="1" i="0" u="none" strike="noStrike" kern="1200" cap="none" spc="0" baseline="0">
                <a:solidFill>
                  <a:srgbClr val="262626"/>
                </a:solidFill>
                <a:effectLst>
                  <a:outerShdw dist="38096" dir="2700000">
                    <a:srgbClr val="5B9BD5"/>
                  </a:outerShdw>
                </a:effectLst>
                <a:uFillTx/>
                <a:latin typeface="Calibri"/>
              </a:rPr>
              <a:t>:-</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p:stCondLst>
                                            <p:cond delay="0"/>
                                          </p:stCondLst>
                                        </p:cTn>
                                        <p:tgtEl>
                                          <p:spTgt spid="3"/>
                                        </p:tgtEl>
                                        <p:attrNameLst>
                                          <p:attrName>ppt_y</p:attrName>
                                        </p:attrNameLst>
                                      </p:cBhvr>
                                      <p:tavLst>
                                        <p:tav tm="0" fmla="#ppt_y-sin(pi*$)/3">
                                          <p:val>
                                            <p:strVal val="0.5"/>
                                          </p:val>
                                        </p:tav>
                                        <p:tav tm="100000">
                                          <p:val>
                                            <p:strVal val="1"/>
                                          </p:val>
                                        </p:tav>
                                      </p:tavLst>
                                    </p:anim>
                                    <p:anim calcmode="lin" valueType="num">
                                      <p:cBhvr>
                                        <p:cTn id="10" dur="664">
                                          <p:stCondLst>
                                            <p:cond delay="664"/>
                                          </p:stCondLst>
                                        </p:cTn>
                                        <p:tgtEl>
                                          <p:spTgt spid="3"/>
                                        </p:tgtEl>
                                        <p:attrNameLst>
                                          <p:attrName>ppt_y</p:attrName>
                                        </p:attrNameLst>
                                      </p:cBhvr>
                                      <p:tavLst>
                                        <p:tav tm="0" fmla="#ppt_y-sin(pi*$)/9">
                                          <p:val>
                                            <p:strVal val="0"/>
                                          </p:val>
                                        </p:tav>
                                        <p:tav tm="100000">
                                          <p:val>
                                            <p:strVal val="1"/>
                                          </p:val>
                                        </p:tav>
                                      </p:tavLst>
                                    </p:anim>
                                    <p:anim calcmode="lin" valueType="num">
                                      <p:cBhvr>
                                        <p:cTn id="11" dur="332">
                                          <p:stCondLst>
                                            <p:cond delay="1324"/>
                                          </p:stCondLst>
                                        </p:cTn>
                                        <p:tgtEl>
                                          <p:spTgt spid="3"/>
                                        </p:tgtEl>
                                        <p:attrNameLst>
                                          <p:attrName>ppt_y</p:attrName>
                                        </p:attrNameLst>
                                      </p:cBhvr>
                                      <p:tavLst>
                                        <p:tav tm="0" fmla="#ppt_y-sin(pi*$)/27">
                                          <p:val>
                                            <p:strVal val="0"/>
                                          </p:val>
                                        </p:tav>
                                        <p:tav tm="100000">
                                          <p:val>
                                            <p:strVal val="1"/>
                                          </p:val>
                                        </p:tav>
                                      </p:tavLst>
                                    </p:anim>
                                    <p:anim calcmode="lin" valueType="num">
                                      <p:cBhvr>
                                        <p:cTn id="12" dur="164">
                                          <p:stCondLst>
                                            <p:cond delay="1656"/>
                                          </p:stCondLst>
                                        </p:cTn>
                                        <p:tgtEl>
                                          <p:spTgt spid="3"/>
                                        </p:tgtEl>
                                        <p:attrNameLst>
                                          <p:attrName>ppt_y</p:attrName>
                                        </p:attrNameLst>
                                      </p:cBhvr>
                                      <p:tavLst>
                                        <p:tav tm="0" fmla="#ppt_y-sin(pi*$)/81">
                                          <p:val>
                                            <p:strVal val="0"/>
                                          </p:val>
                                        </p:tav>
                                        <p:tav tm="100000">
                                          <p:val>
                                            <p:strVal val="1"/>
                                          </p:val>
                                        </p:tav>
                                      </p:tavLst>
                                    </p:anim>
                                  </p:childTnLst>
                                </p:cTn>
                              </p:par>
                              <p:par>
                                <p:cTn id="13" presetID="26"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80">
                                          <p:stCondLst>
                                            <p:cond delay="0"/>
                                          </p:stCondLst>
                                        </p:cTn>
                                        <p:tgtEl>
                                          <p:spTgt spid="4"/>
                                        </p:tgtEl>
                                      </p:cBhvr>
                                    </p:animEffect>
                                    <p:anim calcmode="lin" valueType="num">
                                      <p:cBhvr>
                                        <p:cTn id="16" dur="1822">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7" dur="664">
                                          <p:stCondLst>
                                            <p:cond delay="0"/>
                                          </p:stCondLst>
                                        </p:cTn>
                                        <p:tgtEl>
                                          <p:spTgt spid="4"/>
                                        </p:tgtEl>
                                        <p:attrNameLst>
                                          <p:attrName>ppt_y</p:attrName>
                                        </p:attrNameLst>
                                      </p:cBhvr>
                                      <p:tavLst>
                                        <p:tav tm="0" fmla="#ppt_y-sin(pi*$)/3">
                                          <p:val>
                                            <p:strVal val="0.5"/>
                                          </p:val>
                                        </p:tav>
                                        <p:tav tm="100000">
                                          <p:val>
                                            <p:strVal val="1"/>
                                          </p:val>
                                        </p:tav>
                                      </p:tavLst>
                                    </p:anim>
                                    <p:anim calcmode="lin" valueType="num">
                                      <p:cBhvr>
                                        <p:cTn id="18" dur="664">
                                          <p:stCondLst>
                                            <p:cond delay="664"/>
                                          </p:stCondLst>
                                        </p:cTn>
                                        <p:tgtEl>
                                          <p:spTgt spid="4"/>
                                        </p:tgtEl>
                                        <p:attrNameLst>
                                          <p:attrName>ppt_y</p:attrName>
                                        </p:attrNameLst>
                                      </p:cBhvr>
                                      <p:tavLst>
                                        <p:tav tm="0" fmla="#ppt_y-sin(pi*$)/9">
                                          <p:val>
                                            <p:strVal val="0"/>
                                          </p:val>
                                        </p:tav>
                                        <p:tav tm="100000">
                                          <p:val>
                                            <p:strVal val="1"/>
                                          </p:val>
                                        </p:tav>
                                      </p:tavLst>
                                    </p:anim>
                                    <p:anim calcmode="lin" valueType="num">
                                      <p:cBhvr>
                                        <p:cTn id="19" dur="332">
                                          <p:stCondLst>
                                            <p:cond delay="1324"/>
                                          </p:stCondLst>
                                        </p:cTn>
                                        <p:tgtEl>
                                          <p:spTgt spid="4"/>
                                        </p:tgtEl>
                                        <p:attrNameLst>
                                          <p:attrName>ppt_y</p:attrName>
                                        </p:attrNameLst>
                                      </p:cBhvr>
                                      <p:tavLst>
                                        <p:tav tm="0" fmla="#ppt_y-sin(pi*$)/27">
                                          <p:val>
                                            <p:strVal val="0"/>
                                          </p:val>
                                        </p:tav>
                                        <p:tav tm="100000">
                                          <p:val>
                                            <p:strVal val="1"/>
                                          </p:val>
                                        </p:tav>
                                      </p:tavLst>
                                    </p:anim>
                                    <p:anim calcmode="lin" valueType="num">
                                      <p:cBhvr>
                                        <p:cTn id="20" dur="164">
                                          <p:stCondLst>
                                            <p:cond delay="1656"/>
                                          </p:stCondLst>
                                        </p:cTn>
                                        <p:tgtEl>
                                          <p:spTgt spid="4"/>
                                        </p:tgtEl>
                                        <p:attrNameLst>
                                          <p:attrName>ppt_y</p:attrName>
                                        </p:attrNameLst>
                                      </p:cBhvr>
                                      <p:tavLst>
                                        <p:tav tm="0" fmla="#ppt_y-sin(pi*$)/81">
                                          <p:val>
                                            <p:strVal val="0"/>
                                          </p:val>
                                        </p:tav>
                                        <p:tav tm="100000">
                                          <p:val>
                                            <p:strVal val="1"/>
                                          </p:val>
                                        </p:tav>
                                      </p:tavLst>
                                    </p:anim>
                                  </p:childTnLst>
                                </p:cTn>
                              </p:par>
                              <p:par>
                                <p:cTn id="21" presetID="26"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80">
                                          <p:stCondLst>
                                            <p:cond delay="0"/>
                                          </p:stCondLst>
                                        </p:cTn>
                                        <p:tgtEl>
                                          <p:spTgt spid="5"/>
                                        </p:tgtEl>
                                      </p:cBhvr>
                                    </p:animEffect>
                                    <p:anim calcmode="lin" valueType="num">
                                      <p:cBhvr>
                                        <p:cTn id="24" dur="1822">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25" dur="664">
                                          <p:stCondLst>
                                            <p:cond delay="0"/>
                                          </p:stCondLst>
                                        </p:cTn>
                                        <p:tgtEl>
                                          <p:spTgt spid="5"/>
                                        </p:tgtEl>
                                        <p:attrNameLst>
                                          <p:attrName>ppt_y</p:attrName>
                                        </p:attrNameLst>
                                      </p:cBhvr>
                                      <p:tavLst>
                                        <p:tav tm="0" fmla="#ppt_y-sin(pi*$)/3">
                                          <p:val>
                                            <p:strVal val="0.5"/>
                                          </p:val>
                                        </p:tav>
                                        <p:tav tm="100000">
                                          <p:val>
                                            <p:strVal val="1"/>
                                          </p:val>
                                        </p:tav>
                                      </p:tavLst>
                                    </p:anim>
                                    <p:anim calcmode="lin" valueType="num">
                                      <p:cBhvr>
                                        <p:cTn id="26" dur="664">
                                          <p:stCondLst>
                                            <p:cond delay="664"/>
                                          </p:stCondLst>
                                        </p:cTn>
                                        <p:tgtEl>
                                          <p:spTgt spid="5"/>
                                        </p:tgtEl>
                                        <p:attrNameLst>
                                          <p:attrName>ppt_y</p:attrName>
                                        </p:attrNameLst>
                                      </p:cBhvr>
                                      <p:tavLst>
                                        <p:tav tm="0" fmla="#ppt_y-sin(pi*$)/9">
                                          <p:val>
                                            <p:strVal val="0"/>
                                          </p:val>
                                        </p:tav>
                                        <p:tav tm="100000">
                                          <p:val>
                                            <p:strVal val="1"/>
                                          </p:val>
                                        </p:tav>
                                      </p:tavLst>
                                    </p:anim>
                                    <p:anim calcmode="lin" valueType="num">
                                      <p:cBhvr>
                                        <p:cTn id="27" dur="332">
                                          <p:stCondLst>
                                            <p:cond delay="1324"/>
                                          </p:stCondLst>
                                        </p:cTn>
                                        <p:tgtEl>
                                          <p:spTgt spid="5"/>
                                        </p:tgtEl>
                                        <p:attrNameLst>
                                          <p:attrName>ppt_y</p:attrName>
                                        </p:attrNameLst>
                                      </p:cBhvr>
                                      <p:tavLst>
                                        <p:tav tm="0" fmla="#ppt_y-sin(pi*$)/27">
                                          <p:val>
                                            <p:strVal val="0"/>
                                          </p:val>
                                        </p:tav>
                                        <p:tav tm="100000">
                                          <p:val>
                                            <p:strVal val="1"/>
                                          </p:val>
                                        </p:tav>
                                      </p:tavLst>
                                    </p:anim>
                                    <p:anim calcmode="lin" valueType="num">
                                      <p:cBhvr>
                                        <p:cTn id="28" dur="164">
                                          <p:stCondLst>
                                            <p:cond delay="1656"/>
                                          </p:stCondLst>
                                        </p:cTn>
                                        <p:tgtEl>
                                          <p:spTgt spid="5"/>
                                        </p:tgtEl>
                                        <p:attrNameLst>
                                          <p:attrName>ppt_y</p:attrName>
                                        </p:attrNameLst>
                                      </p:cBhvr>
                                      <p:tavLst>
                                        <p:tav tm="0" fmla="#ppt_y-sin(pi*$)/81">
                                          <p:val>
                                            <p:strVal val="0"/>
                                          </p:val>
                                        </p:tav>
                                        <p:tav tm="100000">
                                          <p:val>
                                            <p:strVal val="1"/>
                                          </p:val>
                                        </p:tav>
                                      </p:tavLst>
                                    </p:anim>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circle(in)">
                                      <p:cBhvr>
                                        <p:cTn id="33"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38">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D8D117C8-79B6-809B-5261-78EF0553720B}"/>
              </a:ext>
            </a:extLst>
          </p:cNvPr>
          <p:cNvSpPr txBox="1">
            <a:spLocks noGrp="1"/>
          </p:cNvSpPr>
          <p:nvPr>
            <p:ph idx="1"/>
          </p:nvPr>
        </p:nvSpPr>
        <p:spPr>
          <a:xfrm>
            <a:off x="294025" y="200180"/>
            <a:ext cx="11765292" cy="2991651"/>
          </a:xfrm>
        </p:spPr>
        <p:txBody>
          <a:bodyPr>
            <a:noAutofit/>
          </a:bodyPr>
          <a:lstStyle/>
          <a:p>
            <a:pPr marL="0" lvl="0" indent="0" algn="just">
              <a:buNone/>
            </a:pPr>
            <a:endParaRPr lang="en-US" sz="1999">
              <a:solidFill>
                <a:srgbClr val="000000"/>
              </a:solidFill>
              <a:latin typeface="Times New Roman" pitchFamily="18"/>
              <a:cs typeface="Times New Roman" pitchFamily="18"/>
            </a:endParaRPr>
          </a:p>
          <a:p>
            <a:pPr lvl="0" algn="just"/>
            <a:r>
              <a:rPr lang="en-US" sz="1999">
                <a:solidFill>
                  <a:srgbClr val="000000"/>
                </a:solidFill>
                <a:latin typeface="Times New Roman" pitchFamily="18"/>
                <a:cs typeface="Times New Roman" pitchFamily="18"/>
              </a:rPr>
              <a:t>The MPC controller uses algorithms in adjusting the control points with a consideration of various operation constraints and prediction of disturbances. Its further aids in energy storage systems, renewable energy sources, and energy efficiency enhancement.</a:t>
            </a:r>
          </a:p>
          <a:p>
            <a:pPr lvl="0" algn="just"/>
            <a:r>
              <a:rPr lang="en-US" sz="1999">
                <a:solidFill>
                  <a:srgbClr val="000000"/>
                </a:solidFill>
                <a:latin typeface="Times New Roman" pitchFamily="18"/>
                <a:cs typeface="Times New Roman" pitchFamily="18"/>
              </a:rPr>
              <a:t>On the other hand, the PID controller automatically adjusts the control output based on the input data. If the difference between current point and set point occurs, then the adjustment takes place.</a:t>
            </a:r>
          </a:p>
          <a:p>
            <a:pPr lvl="0" algn="just"/>
            <a:endParaRPr lang="en-IN" sz="1999">
              <a:latin typeface="Times New Roman" pitchFamily="18"/>
              <a:cs typeface="Times New Roman" pitchFamily="18"/>
            </a:endParaRPr>
          </a:p>
        </p:txBody>
      </p:sp>
      <p:pic>
        <p:nvPicPr>
          <p:cNvPr id="3" name="Picture 4">
            <a:extLst>
              <a:ext uri="{FF2B5EF4-FFF2-40B4-BE49-F238E27FC236}">
                <a16:creationId xmlns:a16="http://schemas.microsoft.com/office/drawing/2014/main" id="{28B39D4A-B8BD-F47B-E392-3810F7A53368}"/>
              </a:ext>
            </a:extLst>
          </p:cNvPr>
          <p:cNvPicPr>
            <a:picLocks noChangeAspect="1"/>
          </p:cNvPicPr>
          <p:nvPr/>
        </p:nvPicPr>
        <p:blipFill>
          <a:blip r:embed="rId2"/>
          <a:stretch>
            <a:fillRect/>
          </a:stretch>
        </p:blipFill>
        <p:spPr>
          <a:xfrm>
            <a:off x="442624" y="2907792"/>
            <a:ext cx="5228877" cy="2924964"/>
          </a:xfrm>
          <a:prstGeom prst="rect">
            <a:avLst/>
          </a:prstGeom>
          <a:noFill/>
          <a:ln cap="flat">
            <a:noFill/>
          </a:ln>
        </p:spPr>
      </p:pic>
      <p:pic>
        <p:nvPicPr>
          <p:cNvPr id="4" name="Picture 6">
            <a:extLst>
              <a:ext uri="{FF2B5EF4-FFF2-40B4-BE49-F238E27FC236}">
                <a16:creationId xmlns:a16="http://schemas.microsoft.com/office/drawing/2014/main" id="{ACC3BA28-3D66-615D-2A48-3B9B4C3A3FDF}"/>
              </a:ext>
            </a:extLst>
          </p:cNvPr>
          <p:cNvPicPr>
            <a:picLocks noChangeAspect="1"/>
          </p:cNvPicPr>
          <p:nvPr/>
        </p:nvPicPr>
        <p:blipFill>
          <a:blip r:embed="rId3"/>
          <a:stretch>
            <a:fillRect/>
          </a:stretch>
        </p:blipFill>
        <p:spPr>
          <a:xfrm>
            <a:off x="5920740" y="2871810"/>
            <a:ext cx="5930386" cy="2924964"/>
          </a:xfrm>
          <a:prstGeom prst="rect">
            <a:avLst/>
          </a:prstGeom>
          <a:noFill/>
          <a:ln cap="flat">
            <a:noFill/>
          </a:ln>
        </p:spPr>
      </p:pic>
      <p:sp>
        <p:nvSpPr>
          <p:cNvPr id="5" name="Rectangle 1">
            <a:extLst>
              <a:ext uri="{FF2B5EF4-FFF2-40B4-BE49-F238E27FC236}">
                <a16:creationId xmlns:a16="http://schemas.microsoft.com/office/drawing/2014/main" id="{D600B820-7095-DD43-FEB2-932F83558749}"/>
              </a:ext>
            </a:extLst>
          </p:cNvPr>
          <p:cNvSpPr/>
          <p:nvPr/>
        </p:nvSpPr>
        <p:spPr>
          <a:xfrm>
            <a:off x="0" y="0"/>
            <a:ext cx="11841470" cy="646334"/>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MPC Controller</a:t>
            </a:r>
            <a:r>
              <a:rPr lang="en-US" sz="3600" b="1" i="0" u="none" strike="noStrike" kern="1200" cap="none" spc="0" baseline="0">
                <a:solidFill>
                  <a:srgbClr val="262626"/>
                </a:solidFill>
                <a:effectLst>
                  <a:outerShdw dist="38096" dir="2700000">
                    <a:srgbClr val="5B9BD5"/>
                  </a:outerShdw>
                </a:effectLst>
                <a:uFillTx/>
                <a:latin typeface="Times New Roman" pitchFamily="18"/>
                <a:cs typeface="Times New Roman" pitchFamily="18"/>
              </a:rPr>
              <a:t> </a:t>
            </a:r>
            <a:r>
              <a:rPr lang="en-US" sz="3600" b="1" i="0" u="sng" strike="noStrike" kern="1200" cap="none" spc="0" baseline="0">
                <a:solidFill>
                  <a:srgbClr val="FF0000"/>
                </a:solidFill>
                <a:effectLst>
                  <a:outerShdw dist="38096" dir="2700000">
                    <a:srgbClr val="5B9BD5"/>
                  </a:outerShdw>
                </a:effectLst>
                <a:uFillTx/>
                <a:latin typeface="Times New Roman" pitchFamily="18"/>
                <a:cs typeface="Times New Roman" pitchFamily="18"/>
              </a:rPr>
              <a:t>Vs</a:t>
            </a:r>
            <a:r>
              <a:rPr lang="en-US" sz="3600" b="1" i="0" u="none" strike="noStrike" kern="1200" cap="none" spc="0" baseline="0">
                <a:solidFill>
                  <a:srgbClr val="262626"/>
                </a:solidFill>
                <a:effectLst>
                  <a:outerShdw dist="38096" dir="2700000">
                    <a:srgbClr val="5B9BD5"/>
                  </a:outerShdw>
                </a:effectLst>
                <a:uFillTx/>
                <a:latin typeface="Times New Roman" pitchFamily="18"/>
                <a:cs typeface="Times New Roman" pitchFamily="18"/>
              </a:rPr>
              <a:t> </a:t>
            </a:r>
            <a:r>
              <a:rPr lang="en-US"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PID Controller:-</a:t>
            </a:r>
            <a:endParaRPr lang="en-IN"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endParaRPr>
          </a:p>
        </p:txBody>
      </p:sp>
      <p:sp>
        <p:nvSpPr>
          <p:cNvPr id="6" name="Rectangle 3">
            <a:extLst>
              <a:ext uri="{FF2B5EF4-FFF2-40B4-BE49-F238E27FC236}">
                <a16:creationId xmlns:a16="http://schemas.microsoft.com/office/drawing/2014/main" id="{6EF774AE-4C1A-9170-3776-D66CE421B5B7}"/>
              </a:ext>
            </a:extLst>
          </p:cNvPr>
          <p:cNvSpPr/>
          <p:nvPr/>
        </p:nvSpPr>
        <p:spPr>
          <a:xfrm>
            <a:off x="6007342" y="5869643"/>
            <a:ext cx="5930386" cy="553998"/>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3000" b="1" i="0" u="sng" strike="noStrike" kern="1200" cap="none" spc="0" baseline="0">
                <a:solidFill>
                  <a:srgbClr val="C00000"/>
                </a:solidFill>
                <a:uFillTx/>
                <a:latin typeface="Calibri"/>
              </a:rPr>
              <a:t>PID controller</a:t>
            </a:r>
            <a:endParaRPr lang="en-IN" sz="3000" b="1" i="0" u="none" strike="noStrike" kern="1200" cap="none" spc="0" baseline="0">
              <a:solidFill>
                <a:srgbClr val="C00000"/>
              </a:solidFill>
              <a:uFillTx/>
              <a:latin typeface="Calibri"/>
            </a:endParaRPr>
          </a:p>
        </p:txBody>
      </p:sp>
      <p:sp>
        <p:nvSpPr>
          <p:cNvPr id="7" name="Rectangle 5">
            <a:extLst>
              <a:ext uri="{FF2B5EF4-FFF2-40B4-BE49-F238E27FC236}">
                <a16:creationId xmlns:a16="http://schemas.microsoft.com/office/drawing/2014/main" id="{5A3BAC1B-78A6-8272-3D0F-EF31CA15355C}"/>
              </a:ext>
            </a:extLst>
          </p:cNvPr>
          <p:cNvSpPr/>
          <p:nvPr/>
        </p:nvSpPr>
        <p:spPr>
          <a:xfrm>
            <a:off x="294025" y="5869643"/>
            <a:ext cx="5611937" cy="553998"/>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3000" b="1" i="0" u="sng" strike="noStrike" kern="1200" cap="none" spc="0" baseline="0">
                <a:solidFill>
                  <a:srgbClr val="00B050"/>
                </a:solidFill>
                <a:effectLst>
                  <a:outerShdw dist="38096" dir="2700000">
                    <a:srgbClr val="000000"/>
                  </a:outerShdw>
                </a:effectLst>
                <a:uFillTx/>
                <a:latin typeface="Calibri"/>
              </a:rPr>
              <a:t>Model Predictive Control (MPC)</a:t>
            </a:r>
            <a:endParaRPr lang="en-IN" sz="3000" b="1" i="0" u="none" strike="noStrike" kern="1200" cap="none" spc="0" baseline="0">
              <a:solidFill>
                <a:srgbClr val="00B050"/>
              </a:solidFill>
              <a:effectLst>
                <a:outerShdw dist="38096" dir="2700000">
                  <a:srgbClr val="000000"/>
                </a:outerShdw>
              </a:effectLst>
              <a:uFillTx/>
              <a:latin typeface="Calibri"/>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p:stCondLst>
                                            <p:cond delay="0"/>
                                          </p:stCondLst>
                                        </p:cTn>
                                        <p:tgtEl>
                                          <p:spTgt spid="5"/>
                                        </p:tgtEl>
                                        <p:attrNameLst>
                                          <p:attrName>ppt_y</p:attrName>
                                        </p:attrNameLst>
                                      </p:cBhvr>
                                      <p:tavLst>
                                        <p:tav tm="0" fmla="#ppt_y-sin(pi*$)/3">
                                          <p:val>
                                            <p:strVal val="0.5"/>
                                          </p:val>
                                        </p:tav>
                                        <p:tav tm="100000">
                                          <p:val>
                                            <p:strVal val="1"/>
                                          </p:val>
                                        </p:tav>
                                      </p:tavLst>
                                    </p:anim>
                                    <p:anim calcmode="lin" valueType="num">
                                      <p:cBhvr>
                                        <p:cTn id="10" dur="664">
                                          <p:stCondLst>
                                            <p:cond delay="664"/>
                                          </p:stCondLst>
                                        </p:cTn>
                                        <p:tgtEl>
                                          <p:spTgt spid="5"/>
                                        </p:tgtEl>
                                        <p:attrNameLst>
                                          <p:attrName>ppt_y</p:attrName>
                                        </p:attrNameLst>
                                      </p:cBhvr>
                                      <p:tavLst>
                                        <p:tav tm="0" fmla="#ppt_y-sin(pi*$)/9">
                                          <p:val>
                                            <p:strVal val="0"/>
                                          </p:val>
                                        </p:tav>
                                        <p:tav tm="100000">
                                          <p:val>
                                            <p:strVal val="1"/>
                                          </p:val>
                                        </p:tav>
                                      </p:tavLst>
                                    </p:anim>
                                    <p:anim calcmode="lin" valueType="num">
                                      <p:cBhvr>
                                        <p:cTn id="11" dur="332">
                                          <p:stCondLst>
                                            <p:cond delay="1324"/>
                                          </p:stCondLst>
                                        </p:cTn>
                                        <p:tgtEl>
                                          <p:spTgt spid="5"/>
                                        </p:tgtEl>
                                        <p:attrNameLst>
                                          <p:attrName>ppt_y</p:attrName>
                                        </p:attrNameLst>
                                      </p:cBhvr>
                                      <p:tavLst>
                                        <p:tav tm="0" fmla="#ppt_y-sin(pi*$)/27">
                                          <p:val>
                                            <p:strVal val="0"/>
                                          </p:val>
                                        </p:tav>
                                        <p:tav tm="100000">
                                          <p:val>
                                            <p:strVal val="1"/>
                                          </p:val>
                                        </p:tav>
                                      </p:tavLst>
                                    </p:anim>
                                    <p:anim calcmode="lin" valueType="num">
                                      <p:cBhvr>
                                        <p:cTn id="12" dur="164">
                                          <p:stCondLst>
                                            <p:cond delay="1656"/>
                                          </p:stCondLst>
                                        </p:cTn>
                                        <p:tgtEl>
                                          <p:spTgt spid="5"/>
                                        </p:tgtEl>
                                        <p:attrNameLst>
                                          <p:attrName>ppt_y</p:attrName>
                                        </p:attrNameLst>
                                      </p:cBhvr>
                                      <p:tavLst>
                                        <p:tav tm="0" fmla="#ppt_y-sin(pi*$)/81">
                                          <p:val>
                                            <p:strVal val="0"/>
                                          </p:val>
                                        </p:tav>
                                        <p:tav tm="100000">
                                          <p:val>
                                            <p:strVal val="1"/>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 calcmode="lin" valueType="num">
                                      <p:cBhvr>
                                        <p:cTn id="1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 calcmode="lin" valueType="num">
                                      <p:cBhvr>
                                        <p:cTn id="2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circle(in)">
                                      <p:cBhvr>
                                        <p:cTn id="29" dur="2000"/>
                                        <p:tgtEl>
                                          <p:spTgt spid="3"/>
                                        </p:tgtEl>
                                      </p:cBhvr>
                                    </p:animEffect>
                                  </p:childTnLst>
                                </p:cTn>
                              </p:par>
                              <p:par>
                                <p:cTn id="30" presetID="6" presetClass="entr" presetSubtype="16"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circle(in)">
                                      <p:cBhvr>
                                        <p:cTn id="32" dur="2000"/>
                                        <p:tgtEl>
                                          <p:spTgt spid="7"/>
                                        </p:tgtEl>
                                      </p:cBhvr>
                                    </p:animEffect>
                                  </p:childTnLst>
                                </p:cTn>
                              </p:par>
                              <p:par>
                                <p:cTn id="33" presetID="6" presetClass="entr" presetSubtype="16" fill="hold" nodeType="with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circle(in)">
                                      <p:cBhvr>
                                        <p:cTn id="35" dur="2000"/>
                                        <p:tgtEl>
                                          <p:spTgt spid="4"/>
                                        </p:tgtEl>
                                      </p:cBhvr>
                                    </p:animEffect>
                                  </p:childTnLst>
                                </p:cTn>
                              </p:par>
                              <p:par>
                                <p:cTn id="36" presetID="6" presetClass="entr" presetSubtype="16" fill="hold" grpId="0"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circle(in)">
                                      <p:cBhvr>
                                        <p:cTn id="38"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22">
    <p:spTree>
      <p:nvGrpSpPr>
        <p:cNvPr id="1" name=""/>
        <p:cNvGrpSpPr/>
        <p:nvPr/>
      </p:nvGrpSpPr>
      <p:grpSpPr>
        <a:xfrm>
          <a:off x="0" y="0"/>
          <a:ext cx="0" cy="0"/>
          <a:chOff x="0" y="0"/>
          <a:chExt cx="0" cy="0"/>
        </a:xfrm>
      </p:grpSpPr>
      <p:sp>
        <p:nvSpPr>
          <p:cNvPr id="2" name="Content Placeholder 10">
            <a:extLst>
              <a:ext uri="{FF2B5EF4-FFF2-40B4-BE49-F238E27FC236}">
                <a16:creationId xmlns:a16="http://schemas.microsoft.com/office/drawing/2014/main" id="{02BBF8CD-39A3-6A3F-5546-505C4AD51610}"/>
              </a:ext>
            </a:extLst>
          </p:cNvPr>
          <p:cNvSpPr txBox="1">
            <a:spLocks noGrp="1"/>
          </p:cNvSpPr>
          <p:nvPr>
            <p:ph idx="1"/>
          </p:nvPr>
        </p:nvSpPr>
        <p:spPr>
          <a:xfrm>
            <a:off x="380673" y="615071"/>
            <a:ext cx="11808150" cy="6023472"/>
          </a:xfrm>
        </p:spPr>
        <p:txBody>
          <a:bodyPr>
            <a:noAutofit/>
          </a:bodyPr>
          <a:lstStyle/>
          <a:p>
            <a:pPr lvl="0" algn="just"/>
            <a:r>
              <a:rPr lang="en-US" sz="1800" u="sng">
                <a:latin typeface="Times New Roman" pitchFamily="18"/>
                <a:cs typeface="Times New Roman" pitchFamily="18"/>
              </a:rPr>
              <a:t>Model predictive control (MPC</a:t>
            </a:r>
            <a:r>
              <a:rPr lang="en-US" sz="1800">
                <a:latin typeface="Times New Roman" pitchFamily="18"/>
                <a:cs typeface="Times New Roman" pitchFamily="18"/>
              </a:rPr>
              <a:t>) is an optimal control technique in which the calculated control actions minimize a cost function for a constrained dynamical system over a finite, receding, horizon. At each time step, an MPC controller receives or estimates the current state of the plant.</a:t>
            </a:r>
          </a:p>
          <a:p>
            <a:pPr marL="0" lvl="0" indent="0">
              <a:buNone/>
            </a:pPr>
            <a:r>
              <a:rPr lang="en-IN" sz="1800" b="1" u="sng">
                <a:solidFill>
                  <a:srgbClr val="548235"/>
                </a:solidFill>
                <a:latin typeface="Times New Roman" pitchFamily="18"/>
                <a:cs typeface="Times New Roman" pitchFamily="18"/>
              </a:rPr>
              <a:t>Benefits of MPC Controller</a:t>
            </a:r>
            <a:r>
              <a:rPr lang="en-IN" sz="1800" b="1">
                <a:solidFill>
                  <a:srgbClr val="548235"/>
                </a:solidFill>
                <a:latin typeface="Times New Roman" pitchFamily="18"/>
                <a:cs typeface="Times New Roman" pitchFamily="18"/>
              </a:rPr>
              <a:t>: </a:t>
            </a:r>
            <a:r>
              <a:rPr lang="en-IN" sz="1800">
                <a:solidFill>
                  <a:srgbClr val="548235"/>
                </a:solidFill>
                <a:latin typeface="Times New Roman" pitchFamily="18"/>
                <a:cs typeface="Times New Roman" pitchFamily="18"/>
              </a:rPr>
              <a:t>                                   </a:t>
            </a:r>
          </a:p>
          <a:p>
            <a:pPr lvl="0" algn="just">
              <a:buFont typeface="Calibri Light"/>
              <a:buAutoNum type="arabicPeriod"/>
            </a:pPr>
            <a:r>
              <a:rPr lang="en-US" sz="1800">
                <a:solidFill>
                  <a:srgbClr val="548235"/>
                </a:solidFill>
                <a:latin typeface="Times New Roman" pitchFamily="18"/>
                <a:cs typeface="Times New Roman" pitchFamily="18"/>
              </a:rPr>
              <a:t>System model for </a:t>
            </a:r>
            <a:r>
              <a:rPr lang="en-IN" sz="1800">
                <a:solidFill>
                  <a:srgbClr val="548235"/>
                </a:solidFill>
                <a:latin typeface="Times New Roman" pitchFamily="18"/>
                <a:cs typeface="Times New Roman" pitchFamily="18"/>
              </a:rPr>
              <a:t>expecting</a:t>
            </a:r>
            <a:r>
              <a:rPr lang="en-US" sz="1800">
                <a:solidFill>
                  <a:srgbClr val="548235"/>
                </a:solidFill>
                <a:latin typeface="Times New Roman" pitchFamily="18"/>
                <a:cs typeface="Times New Roman" pitchFamily="18"/>
              </a:rPr>
              <a:t> control actions.</a:t>
            </a:r>
          </a:p>
          <a:p>
            <a:pPr lvl="0" algn="just">
              <a:buFont typeface="Calibri Light"/>
              <a:buAutoNum type="arabicPeriod"/>
            </a:pPr>
            <a:r>
              <a:rPr lang="en-US" sz="1800">
                <a:solidFill>
                  <a:srgbClr val="548235"/>
                </a:solidFill>
                <a:latin typeface="Times New Roman" pitchFamily="18"/>
                <a:cs typeface="Times New Roman" pitchFamily="18"/>
              </a:rPr>
              <a:t>Integration of a disturbance model for disturbance rejection.</a:t>
            </a:r>
          </a:p>
          <a:p>
            <a:pPr lvl="0" algn="just">
              <a:buFont typeface="Calibri Light"/>
              <a:buAutoNum type="arabicPeriod"/>
            </a:pPr>
            <a:r>
              <a:rPr lang="en-US" sz="1800">
                <a:solidFill>
                  <a:srgbClr val="548235"/>
                </a:solidFill>
                <a:latin typeface="Times New Roman" pitchFamily="18"/>
                <a:cs typeface="Times New Roman" pitchFamily="18"/>
              </a:rPr>
              <a:t>Ability to handle constraints and uncertainties.</a:t>
            </a:r>
          </a:p>
          <a:p>
            <a:pPr lvl="0" algn="just">
              <a:buFont typeface="Calibri Light"/>
              <a:buAutoNum type="arabicPeriod"/>
            </a:pPr>
            <a:r>
              <a:rPr lang="en-US" sz="1800">
                <a:solidFill>
                  <a:srgbClr val="548235"/>
                </a:solidFill>
                <a:latin typeface="Times New Roman" pitchFamily="18"/>
                <a:cs typeface="Times New Roman" pitchFamily="18"/>
              </a:rPr>
              <a:t>Ability to handle time-varying dynamics.</a:t>
            </a:r>
          </a:p>
          <a:p>
            <a:pPr lvl="0" algn="just">
              <a:buFont typeface="Calibri Light"/>
              <a:buAutoNum type="arabicPeriod"/>
            </a:pPr>
            <a:r>
              <a:rPr lang="en-US" sz="1800">
                <a:solidFill>
                  <a:srgbClr val="548235"/>
                </a:solidFill>
                <a:latin typeface="Times New Roman" pitchFamily="18"/>
                <a:cs typeface="Times New Roman" pitchFamily="18"/>
              </a:rPr>
              <a:t>Integration of energy conservation strategies in the controller formulation.</a:t>
            </a:r>
          </a:p>
          <a:p>
            <a:pPr lvl="0" algn="just">
              <a:buFont typeface="Calibri Light"/>
              <a:buAutoNum type="arabicPeriod"/>
            </a:pPr>
            <a:r>
              <a:rPr lang="en-US" sz="1800">
                <a:solidFill>
                  <a:srgbClr val="548235"/>
                </a:solidFill>
                <a:latin typeface="Times New Roman" pitchFamily="18"/>
                <a:cs typeface="Times New Roman" pitchFamily="18"/>
              </a:rPr>
              <a:t>Use of a cost function for achievement of multiple objectives.</a:t>
            </a:r>
          </a:p>
          <a:p>
            <a:pPr lvl="0" algn="just">
              <a:buFont typeface="Calibri Light"/>
              <a:buAutoNum type="arabicPeriod"/>
            </a:pPr>
            <a:r>
              <a:rPr lang="en-US" sz="1800">
                <a:solidFill>
                  <a:srgbClr val="548235"/>
                </a:solidFill>
                <a:latin typeface="Times New Roman" pitchFamily="18"/>
                <a:cs typeface="Times New Roman" pitchFamily="18"/>
              </a:rPr>
              <a:t>Use of advanced optimization algorithms for computation of control vectors.</a:t>
            </a:r>
          </a:p>
          <a:p>
            <a:pPr lvl="0" algn="just">
              <a:buFont typeface="Calibri Light"/>
              <a:buAutoNum type="arabicPeriod"/>
            </a:pPr>
            <a:r>
              <a:rPr lang="en-US" sz="1800">
                <a:solidFill>
                  <a:srgbClr val="548235"/>
                </a:solidFill>
                <a:latin typeface="Times New Roman" pitchFamily="18"/>
                <a:cs typeface="Times New Roman" pitchFamily="18"/>
              </a:rPr>
              <a:t>Ability to control the system at both the supervisory and local loop levels.</a:t>
            </a:r>
          </a:p>
          <a:p>
            <a:pPr marL="0" lvl="0" indent="0">
              <a:buNone/>
            </a:pPr>
            <a:endParaRPr lang="en-IN" sz="1800">
              <a:solidFill>
                <a:srgbClr val="548235"/>
              </a:solidFill>
              <a:latin typeface="Times New Roman" pitchFamily="18"/>
              <a:cs typeface="Times New Roman" pitchFamily="18"/>
            </a:endParaRPr>
          </a:p>
          <a:p>
            <a:pPr marL="0" lvl="0" indent="0">
              <a:buNone/>
            </a:pPr>
            <a:endParaRPr lang="en-US" sz="1800">
              <a:latin typeface="Times New Roman" pitchFamily="18"/>
              <a:cs typeface="Times New Roman" pitchFamily="18"/>
            </a:endParaRPr>
          </a:p>
          <a:p>
            <a:pPr marL="0" lvl="0" indent="0">
              <a:buNone/>
            </a:pPr>
            <a:endParaRPr lang="en-IN" sz="1800">
              <a:latin typeface="Times New Roman" pitchFamily="18"/>
              <a:cs typeface="Times New Roman" pitchFamily="18"/>
            </a:endParaRPr>
          </a:p>
        </p:txBody>
      </p:sp>
      <p:sp>
        <p:nvSpPr>
          <p:cNvPr id="3" name="AutoShape 2" descr="mpc basic diagram">
            <a:extLst>
              <a:ext uri="{FF2B5EF4-FFF2-40B4-BE49-F238E27FC236}">
                <a16:creationId xmlns:a16="http://schemas.microsoft.com/office/drawing/2014/main" id="{1DF4019C-C60D-F91D-1534-A979FA99B834}"/>
              </a:ext>
            </a:extLst>
          </p:cNvPr>
          <p:cNvSpPr/>
          <p:nvPr/>
        </p:nvSpPr>
        <p:spPr>
          <a:xfrm>
            <a:off x="5942054" y="3276642"/>
            <a:ext cx="507866" cy="507866"/>
          </a:xfrm>
          <a:prstGeom prst="rect">
            <a:avLst/>
          </a:prstGeom>
          <a:noFill/>
          <a:ln cap="flat">
            <a:noFill/>
            <a:prstDash val="solid"/>
          </a:ln>
        </p:spPr>
        <p:txBody>
          <a:bodyPr vert="horz" wrap="square" lIns="91412" tIns="45710" rIns="91412" bIns="4571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799" b="0" i="0" u="none" strike="noStrike" kern="1200" cap="none" spc="0" baseline="0">
              <a:solidFill>
                <a:srgbClr val="000000"/>
              </a:solidFill>
              <a:uFillTx/>
              <a:latin typeface="Calibri"/>
            </a:endParaRPr>
          </a:p>
        </p:txBody>
      </p:sp>
      <p:pic>
        <p:nvPicPr>
          <p:cNvPr id="4" name="Picture 13">
            <a:extLst>
              <a:ext uri="{FF2B5EF4-FFF2-40B4-BE49-F238E27FC236}">
                <a16:creationId xmlns:a16="http://schemas.microsoft.com/office/drawing/2014/main" id="{38DE0229-9587-DA26-2C7B-07C774BDCE33}"/>
              </a:ext>
            </a:extLst>
          </p:cNvPr>
          <p:cNvPicPr>
            <a:picLocks noChangeAspect="1"/>
          </p:cNvPicPr>
          <p:nvPr/>
        </p:nvPicPr>
        <p:blipFill>
          <a:blip r:embed="rId2"/>
          <a:stretch>
            <a:fillRect/>
          </a:stretch>
        </p:blipFill>
        <p:spPr>
          <a:xfrm>
            <a:off x="6449921" y="1261405"/>
            <a:ext cx="5358228" cy="2862538"/>
          </a:xfrm>
          <a:prstGeom prst="rect">
            <a:avLst/>
          </a:prstGeom>
          <a:noFill/>
          <a:ln cap="flat">
            <a:noFill/>
          </a:ln>
        </p:spPr>
      </p:pic>
      <p:sp>
        <p:nvSpPr>
          <p:cNvPr id="5" name="Rectangle 2">
            <a:extLst>
              <a:ext uri="{FF2B5EF4-FFF2-40B4-BE49-F238E27FC236}">
                <a16:creationId xmlns:a16="http://schemas.microsoft.com/office/drawing/2014/main" id="{B2D74E63-A81E-3C0B-C4A6-7634BFF22D35}"/>
              </a:ext>
            </a:extLst>
          </p:cNvPr>
          <p:cNvSpPr/>
          <p:nvPr/>
        </p:nvSpPr>
        <p:spPr>
          <a:xfrm>
            <a:off x="0" y="-31263"/>
            <a:ext cx="12188823" cy="646334"/>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3600" b="1" i="0" u="sng" strike="noStrike" kern="1200" cap="none" spc="0" baseline="0">
                <a:solidFill>
                  <a:srgbClr val="262626"/>
                </a:solidFill>
                <a:effectLst>
                  <a:outerShdw dist="38096" dir="2700000">
                    <a:srgbClr val="5B9BD5"/>
                  </a:outerShdw>
                </a:effectLst>
                <a:uFillTx/>
                <a:latin typeface="Calibri"/>
                <a:cs typeface="Times New Roman" pitchFamily="18"/>
              </a:rPr>
              <a:t>Model</a:t>
            </a:r>
            <a:r>
              <a:rPr lang="en-IN"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 Predictive Control (MPC):</a:t>
            </a:r>
            <a:endParaRPr lang="en-IN" sz="3600" b="1" i="0" u="none" strike="noStrike" kern="1200" cap="none" spc="0" baseline="0">
              <a:solidFill>
                <a:srgbClr val="262626"/>
              </a:solidFill>
              <a:effectLst>
                <a:outerShdw dist="38096" dir="2700000">
                  <a:srgbClr val="5B9BD5"/>
                </a:outerShdw>
              </a:effectLst>
              <a:uFillTx/>
              <a:latin typeface="Calibri"/>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
                                          </p:val>
                                        </p:tav>
                                        <p:tav tm="100000">
                                          <p:val>
                                            <p:strVal val="#ppt_x"/>
                                          </p:val>
                                        </p:tav>
                                      </p:tavLst>
                                    </p:anim>
                                    <p:anim calcmode="lin" valueType="num">
                                      <p:cBhvr>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2000"/>
                                        <p:tgtEl>
                                          <p:spTgt spid="4"/>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2">
                                            <p:txEl>
                                              <p:pRg st="0" end="0"/>
                                            </p:txEl>
                                          </p:spTgt>
                                        </p:tgtEl>
                                        <p:attrNameLst>
                                          <p:attrName>style.visibility</p:attrName>
                                        </p:attrNameLst>
                                      </p:cBhvr>
                                      <p:to>
                                        <p:strVal val="visible"/>
                                      </p:to>
                                    </p:set>
                                    <p:animEffect transition="in" filter="circle(in)">
                                      <p:cBhvr>
                                        <p:cTn id="16" dur="2000"/>
                                        <p:tgtEl>
                                          <p:spTgt spid="2">
                                            <p:txEl>
                                              <p:pRg st="0" end="0"/>
                                            </p:txEl>
                                          </p:spTgt>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circle(in)">
                                      <p:cBhvr>
                                        <p:cTn id="19" dur="2000"/>
                                        <p:tgtEl>
                                          <p:spTgt spid="2">
                                            <p:txEl>
                                              <p:pRg st="1" end="1"/>
                                            </p:txEl>
                                          </p:spTgt>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circle(in)">
                                      <p:cBhvr>
                                        <p:cTn id="22" dur="2000"/>
                                        <p:tgtEl>
                                          <p:spTgt spid="2">
                                            <p:txEl>
                                              <p:pRg st="2" end="2"/>
                                            </p:txEl>
                                          </p:spTgt>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Effect transition="in" filter="circle(in)">
                                      <p:cBhvr>
                                        <p:cTn id="25" dur="2000"/>
                                        <p:tgtEl>
                                          <p:spTgt spid="2">
                                            <p:txEl>
                                              <p:pRg st="3" end="3"/>
                                            </p:txEl>
                                          </p:spTgt>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circle(in)">
                                      <p:cBhvr>
                                        <p:cTn id="28" dur="2000"/>
                                        <p:tgtEl>
                                          <p:spTgt spid="2">
                                            <p:txEl>
                                              <p:pRg st="4" end="4"/>
                                            </p:txEl>
                                          </p:spTgt>
                                        </p:tgtEl>
                                      </p:cBhvr>
                                    </p:animEffect>
                                  </p:childTnLst>
                                </p:cTn>
                              </p:par>
                              <p:par>
                                <p:cTn id="29" presetID="6" presetClass="entr" presetSubtype="16" fill="hold" grpId="0" nodeType="with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Effect transition="in" filter="circle(in)">
                                      <p:cBhvr>
                                        <p:cTn id="31" dur="2000"/>
                                        <p:tgtEl>
                                          <p:spTgt spid="2">
                                            <p:txEl>
                                              <p:pRg st="5" end="5"/>
                                            </p:txEl>
                                          </p:spTgt>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
                                            <p:txEl>
                                              <p:pRg st="6" end="6"/>
                                            </p:txEl>
                                          </p:spTgt>
                                        </p:tgtEl>
                                        <p:attrNameLst>
                                          <p:attrName>style.visibility</p:attrName>
                                        </p:attrNameLst>
                                      </p:cBhvr>
                                      <p:to>
                                        <p:strVal val="visible"/>
                                      </p:to>
                                    </p:set>
                                    <p:animEffect transition="in" filter="circle(in)">
                                      <p:cBhvr>
                                        <p:cTn id="34" dur="2000"/>
                                        <p:tgtEl>
                                          <p:spTgt spid="2">
                                            <p:txEl>
                                              <p:pRg st="6" end="6"/>
                                            </p:txEl>
                                          </p:spTgt>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circle(in)">
                                      <p:cBhvr>
                                        <p:cTn id="37" dur="2000"/>
                                        <p:tgtEl>
                                          <p:spTgt spid="2">
                                            <p:txEl>
                                              <p:pRg st="7" end="7"/>
                                            </p:txEl>
                                          </p:spTgt>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2">
                                            <p:txEl>
                                              <p:pRg st="8" end="8"/>
                                            </p:txEl>
                                          </p:spTgt>
                                        </p:tgtEl>
                                        <p:attrNameLst>
                                          <p:attrName>style.visibility</p:attrName>
                                        </p:attrNameLst>
                                      </p:cBhvr>
                                      <p:to>
                                        <p:strVal val="visible"/>
                                      </p:to>
                                    </p:set>
                                    <p:animEffect transition="in" filter="circle(in)">
                                      <p:cBhvr>
                                        <p:cTn id="40" dur="2000"/>
                                        <p:tgtEl>
                                          <p:spTgt spid="2">
                                            <p:txEl>
                                              <p:pRg st="8" end="8"/>
                                            </p:txEl>
                                          </p:spTgt>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animEffect transition="in" filter="circle(in)">
                                      <p:cBhvr>
                                        <p:cTn id="43" dur="20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name="Slide33">
    <p:spTree>
      <p:nvGrpSpPr>
        <p:cNvPr id="1" name=""/>
        <p:cNvGrpSpPr/>
        <p:nvPr/>
      </p:nvGrpSpPr>
      <p:grpSpPr>
        <a:xfrm>
          <a:off x="0" y="0"/>
          <a:ext cx="0" cy="0"/>
          <a:chOff x="0" y="0"/>
          <a:chExt cx="0" cy="0"/>
        </a:xfrm>
      </p:grpSpPr>
      <p:pic>
        <p:nvPicPr>
          <p:cNvPr id="2" name="Picture 8" descr="A screen shot of a graph&#10;&#10;Description automatically generated with medium confidence">
            <a:extLst>
              <a:ext uri="{FF2B5EF4-FFF2-40B4-BE49-F238E27FC236}">
                <a16:creationId xmlns:a16="http://schemas.microsoft.com/office/drawing/2014/main" id="{54806647-5CC2-0827-99CE-917D35F0CE75}"/>
              </a:ext>
            </a:extLst>
          </p:cNvPr>
          <p:cNvPicPr>
            <a:picLocks noChangeAspect="1"/>
          </p:cNvPicPr>
          <p:nvPr/>
        </p:nvPicPr>
        <p:blipFill>
          <a:blip r:embed="rId2"/>
          <a:stretch>
            <a:fillRect/>
          </a:stretch>
        </p:blipFill>
        <p:spPr>
          <a:xfrm>
            <a:off x="170060" y="420468"/>
            <a:ext cx="5390323" cy="5503060"/>
          </a:xfrm>
          <a:prstGeom prst="rect">
            <a:avLst/>
          </a:prstGeom>
          <a:noFill/>
          <a:ln cap="flat">
            <a:noFill/>
          </a:ln>
        </p:spPr>
      </p:pic>
      <p:pic>
        <p:nvPicPr>
          <p:cNvPr id="3" name="Picture 10" descr="A screenshot of a computer screen">
            <a:extLst>
              <a:ext uri="{FF2B5EF4-FFF2-40B4-BE49-F238E27FC236}">
                <a16:creationId xmlns:a16="http://schemas.microsoft.com/office/drawing/2014/main" id="{A27E52F4-690F-842A-A572-1118DE814FF4}"/>
              </a:ext>
            </a:extLst>
          </p:cNvPr>
          <p:cNvPicPr>
            <a:picLocks noChangeAspect="1"/>
          </p:cNvPicPr>
          <p:nvPr/>
        </p:nvPicPr>
        <p:blipFill>
          <a:blip r:embed="rId3"/>
          <a:stretch>
            <a:fillRect/>
          </a:stretch>
        </p:blipFill>
        <p:spPr>
          <a:xfrm>
            <a:off x="6094411" y="420468"/>
            <a:ext cx="5819131" cy="5503060"/>
          </a:xfrm>
          <a:prstGeom prst="rect">
            <a:avLst/>
          </a:prstGeom>
          <a:noFill/>
          <a:ln cap="flat">
            <a:noFill/>
          </a:ln>
        </p:spPr>
      </p:pic>
      <p:sp>
        <p:nvSpPr>
          <p:cNvPr id="4" name="Rectangle 11">
            <a:extLst>
              <a:ext uri="{FF2B5EF4-FFF2-40B4-BE49-F238E27FC236}">
                <a16:creationId xmlns:a16="http://schemas.microsoft.com/office/drawing/2014/main" id="{3AC130A7-E093-FCF9-1DA6-FB8FDF61090F}"/>
              </a:ext>
            </a:extLst>
          </p:cNvPr>
          <p:cNvSpPr/>
          <p:nvPr/>
        </p:nvSpPr>
        <p:spPr>
          <a:xfrm>
            <a:off x="4352479" y="6028940"/>
            <a:ext cx="3483863" cy="646334"/>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262626"/>
                </a:solidFill>
                <a:effectLst>
                  <a:outerShdw dist="38096" dir="2700000">
                    <a:srgbClr val="5B9BD5"/>
                  </a:outerShdw>
                </a:effectLst>
                <a:uFillTx/>
                <a:latin typeface="Calibri"/>
              </a:rPr>
              <a:t>MPC DESIGNER</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heel(1)">
                                      <p:cBhvr>
                                        <p:cTn id="11" dur="2000"/>
                                        <p:tgtEl>
                                          <p:spTgt spid="2"/>
                                        </p:tgtEl>
                                      </p:cBhvr>
                                    </p:animEffect>
                                  </p:childTnLst>
                                </p:cTn>
                              </p:par>
                              <p:par>
                                <p:cTn id="12" presetID="21" presetClass="entr" presetSubtype="1" fill="hold" nodeType="with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heel(1)">
                                      <p:cBhvr>
                                        <p:cTn id="14"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name="Slide45">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F24930-94F3-7715-8687-5990ABC845B4}"/>
              </a:ext>
            </a:extLst>
          </p:cNvPr>
          <p:cNvSpPr/>
          <p:nvPr/>
        </p:nvSpPr>
        <p:spPr>
          <a:xfrm>
            <a:off x="0" y="255108"/>
            <a:ext cx="12188823" cy="6278645"/>
          </a:xfrm>
          <a:prstGeom prst="rect">
            <a:avLst/>
          </a:prstGeom>
          <a:noFill/>
          <a:ln cap="flat">
            <a:noFill/>
            <a:prstDash val="solid"/>
          </a:ln>
        </p:spPr>
        <p:txBody>
          <a:bodyPr vert="horz" wrap="square" lIns="91440" tIns="45720" rIns="91440" bIns="45720" anchor="t" anchorCtr="0" compatLnSpc="1">
            <a:spAutoFit/>
          </a:bodyPr>
          <a:lstStyle/>
          <a:p>
            <a:pPr marL="342900" marR="0" lvl="0" indent="-342900" algn="l" defTabSz="914400" rtl="0" fontAlgn="auto" hangingPunct="1">
              <a:lnSpc>
                <a:spcPct val="100000"/>
              </a:lnSpc>
              <a:spcBef>
                <a:spcPts val="0"/>
              </a:spcBef>
              <a:spcAft>
                <a:spcPts val="0"/>
              </a:spcAft>
              <a:buSzPct val="100000"/>
              <a:buFont typeface="Wingdings" pitchFamily="2"/>
              <a:buChar char="q"/>
              <a:tabLst/>
              <a:defRPr sz="1800" b="0" i="0" u="none" strike="noStrike" kern="0" cap="none" spc="0" baseline="0">
                <a:solidFill>
                  <a:srgbClr val="000000"/>
                </a:solidFill>
                <a:uFillTx/>
              </a:defRPr>
            </a:pPr>
            <a:r>
              <a:rPr lang="en-US" sz="2000" b="1" i="0" u="sng" strike="noStrike" kern="1200" cap="none" spc="0" baseline="0">
                <a:solidFill>
                  <a:srgbClr val="FF0000"/>
                </a:solidFill>
                <a:effectLst>
                  <a:outerShdw dist="38096" dir="2700000">
                    <a:srgbClr val="000000"/>
                  </a:outerShdw>
                </a:effectLst>
                <a:uFillTx/>
                <a:latin typeface="Times New Roman" pitchFamily="18"/>
                <a:cs typeface="Times New Roman" pitchFamily="18"/>
              </a:rPr>
              <a:t>WHAT IS CONSTRAINS &amp; WHY IT IS IMPORTANT IN MPC</a:t>
            </a:r>
            <a:r>
              <a:rPr lang="en-US" sz="2000" b="1" i="0" u="none" strike="noStrike" kern="1200" cap="none" spc="0" baseline="0">
                <a:solidFill>
                  <a:srgbClr val="FF0000"/>
                </a:solidFill>
                <a:effectLst>
                  <a:outerShdw dist="38096" dir="2700000">
                    <a:srgbClr val="7F7F7F"/>
                  </a:outerShdw>
                </a:effectLst>
                <a:uFillTx/>
                <a:latin typeface="Times New Roman" pitchFamily="18"/>
                <a:cs typeface="Times New Roman" pitchFamily="18"/>
              </a:rPr>
              <a: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1" i="0" u="none" strike="noStrike" kern="1200" cap="none" spc="0" baseline="0">
              <a:solidFill>
                <a:srgbClr val="FF0000"/>
              </a:solidFill>
              <a:effectLst>
                <a:outerShdw dist="38096" dir="2700000">
                  <a:srgbClr val="7F7F7F"/>
                </a:outerShdw>
              </a:effectLst>
              <a:uFillTx/>
              <a:latin typeface="Times New Roman" pitchFamily="18"/>
              <a:cs typeface="Times New Roman" pitchFamily="18"/>
            </a:endParaRPr>
          </a:p>
          <a:p>
            <a:pPr marL="342900" marR="0" lvl="0" indent="-34290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The constraints in an MPC (Model Predictive Control) controller refer to limitations imposed on the control inputs or system states. These constraints ensure that the control actions remain within certain bounds to avoid violating physical limitations or operating conditions.</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374151"/>
              </a:solidFill>
              <a:uFillTx/>
              <a:latin typeface="Söhne"/>
              <a:cs typeface="Times New Roman" pitchFamily="18"/>
            </a:endParaRPr>
          </a:p>
          <a:p>
            <a:pPr marL="285750" marR="0" lvl="0" indent="-28575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Constraints are important in MPC (Model Predictive Control) controllers for several reasons:</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374151"/>
              </a:solidFill>
              <a:uFillTx/>
              <a:latin typeface="Söhne"/>
              <a:cs typeface="Times New Roman" pitchFamily="18"/>
            </a:endParaRPr>
          </a:p>
          <a:p>
            <a:pPr marL="800100" marR="0" lvl="1" indent="-34290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Safety</a:t>
            </a:r>
          </a:p>
          <a:p>
            <a:pPr marL="800100" marR="0" lvl="1" indent="-34290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Physical limitations</a:t>
            </a:r>
          </a:p>
          <a:p>
            <a:pPr marL="800100" marR="0" lvl="1" indent="-34290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Actuator limitations</a:t>
            </a:r>
          </a:p>
          <a:p>
            <a:pPr marL="800100" marR="0" lvl="1" indent="-34290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Stability</a:t>
            </a:r>
          </a:p>
          <a:p>
            <a:pPr marL="800100" marR="0" lvl="1" indent="-34290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Performance optimization</a:t>
            </a:r>
          </a:p>
          <a:p>
            <a:pPr marL="800100" marR="0" lvl="1" indent="-34290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endParaRPr lang="en-US" sz="1800" b="0" i="0" u="none" strike="noStrike" kern="1200" cap="none" spc="0" baseline="0">
              <a:solidFill>
                <a:srgbClr val="374151"/>
              </a:solidFill>
              <a:uFillTx/>
              <a:latin typeface="Söhne"/>
            </a:endParaRPr>
          </a:p>
          <a:p>
            <a:pPr marL="800100" marR="0" lvl="1" indent="-34290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endParaRPr lang="en-US" sz="1800" b="0" i="0" u="none" strike="noStrike" kern="1200" cap="none" spc="0" baseline="0">
              <a:solidFill>
                <a:srgbClr val="374151"/>
              </a:solidFill>
              <a:uFillTx/>
              <a:latin typeface="Söhne"/>
            </a:endParaRPr>
          </a:p>
          <a:p>
            <a:pPr marL="457200" marR="0" lvl="1"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374151"/>
              </a:solidFill>
              <a:uFillTx/>
              <a:latin typeface="Söhne"/>
            </a:endParaRPr>
          </a:p>
          <a:p>
            <a:pPr marL="457200" marR="0" lvl="1"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374151"/>
              </a:solidFill>
              <a:uFillTx/>
              <a:latin typeface="Söhne"/>
            </a:endParaRPr>
          </a:p>
          <a:p>
            <a:pPr marL="285750" marR="0" lvl="0" indent="-28575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Overall, constraints in an MPC controller are vital for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      maintaining system safety, respecting physical limitations,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      ensuring actuator feasibility, promoting stability,</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      and optimizing performance.</a:t>
            </a:r>
          </a:p>
          <a:p>
            <a:pPr marL="457200" marR="0" lvl="1"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0" u="none" strike="noStrike" kern="1200" cap="none" spc="0" baseline="0">
              <a:solidFill>
                <a:srgbClr val="374151"/>
              </a:solidFill>
              <a:uFillTx/>
              <a:latin typeface="Söhne"/>
            </a:endParaRPr>
          </a:p>
        </p:txBody>
      </p:sp>
      <p:pic>
        <p:nvPicPr>
          <p:cNvPr id="3" name="Picture 5" descr="A screenshot of a computer&#10;&#10;Description automatically generated with medium confidence">
            <a:extLst>
              <a:ext uri="{FF2B5EF4-FFF2-40B4-BE49-F238E27FC236}">
                <a16:creationId xmlns:a16="http://schemas.microsoft.com/office/drawing/2014/main" id="{E453B5D4-2D80-6632-7BD1-C379C5FF6338}"/>
              </a:ext>
            </a:extLst>
          </p:cNvPr>
          <p:cNvPicPr>
            <a:picLocks noChangeAspect="1"/>
          </p:cNvPicPr>
          <p:nvPr/>
        </p:nvPicPr>
        <p:blipFill>
          <a:blip r:embed="rId2"/>
          <a:stretch>
            <a:fillRect/>
          </a:stretch>
        </p:blipFill>
        <p:spPr>
          <a:xfrm>
            <a:off x="5961888" y="2679191"/>
            <a:ext cx="5998464" cy="4033427"/>
          </a:xfrm>
          <a:prstGeom prst="rect">
            <a:avLst/>
          </a:prstGeom>
          <a:noFill/>
          <a:ln cap="flat">
            <a:noFill/>
          </a:ln>
        </p:spPr>
      </p:pic>
      <p:sp>
        <p:nvSpPr>
          <p:cNvPr id="4" name="Oval 3">
            <a:extLst>
              <a:ext uri="{FF2B5EF4-FFF2-40B4-BE49-F238E27FC236}">
                <a16:creationId xmlns:a16="http://schemas.microsoft.com/office/drawing/2014/main" id="{5ADC9EF3-141B-720B-A82E-36D851315DD4}"/>
              </a:ext>
            </a:extLst>
          </p:cNvPr>
          <p:cNvSpPr/>
          <p:nvPr/>
        </p:nvSpPr>
        <p:spPr>
          <a:xfrm>
            <a:off x="5961888" y="2569463"/>
            <a:ext cx="1655064" cy="6400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noFill/>
          <a:ln w="38103" cap="flat">
            <a:solidFill>
              <a:srgbClr val="FF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libri"/>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1000"/>
                                        <p:tgtEl>
                                          <p:spTgt spid="2">
                                            <p:txEl>
                                              <p:pRg st="2" end="2"/>
                                            </p:txEl>
                                          </p:spTgt>
                                        </p:tgtEl>
                                      </p:cBhvr>
                                    </p:animEffect>
                                    <p:anim calcmode="lin" valueType="num">
                                      <p:cBhvr>
                                        <p:cTn id="14"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2" end="2"/>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1000"/>
                                        <p:tgtEl>
                                          <p:spTgt spid="2">
                                            <p:txEl>
                                              <p:pRg st="4" end="4"/>
                                            </p:txEl>
                                          </p:spTgt>
                                        </p:tgtEl>
                                      </p:cBhvr>
                                    </p:animEffect>
                                    <p:anim calcmode="lin" valueType="num">
                                      <p:cBhvr>
                                        <p:cTn id="1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0" dur="1000" fill="hold"/>
                                        <p:tgtEl>
                                          <p:spTgt spid="2">
                                            <p:txEl>
                                              <p:pRg st="4" end="4"/>
                                            </p:txEl>
                                          </p:spTgt>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Effect transition="in" filter="fade">
                                      <p:cBhvr>
                                        <p:cTn id="23" dur="1000"/>
                                        <p:tgtEl>
                                          <p:spTgt spid="2">
                                            <p:txEl>
                                              <p:pRg st="6" end="6"/>
                                            </p:txEl>
                                          </p:spTgt>
                                        </p:tgtEl>
                                      </p:cBhvr>
                                    </p:animEffect>
                                    <p:anim calcmode="lin" valueType="num">
                                      <p:cBhvr>
                                        <p:cTn id="24"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5" dur="1000" fill="hold"/>
                                        <p:tgtEl>
                                          <p:spTgt spid="2">
                                            <p:txEl>
                                              <p:pRg st="6" end="6"/>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fade">
                                      <p:cBhvr>
                                        <p:cTn id="28" dur="1000"/>
                                        <p:tgtEl>
                                          <p:spTgt spid="2">
                                            <p:txEl>
                                              <p:pRg st="7" end="7"/>
                                            </p:txEl>
                                          </p:spTgt>
                                        </p:tgtEl>
                                      </p:cBhvr>
                                    </p:animEffect>
                                    <p:anim calcmode="lin" valueType="num">
                                      <p:cBhvr>
                                        <p:cTn id="29"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7" end="7"/>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animEffect transition="in" filter="fade">
                                      <p:cBhvr>
                                        <p:cTn id="33" dur="1000"/>
                                        <p:tgtEl>
                                          <p:spTgt spid="2">
                                            <p:txEl>
                                              <p:pRg st="8" end="8"/>
                                            </p:txEl>
                                          </p:spTgt>
                                        </p:tgtEl>
                                      </p:cBhvr>
                                    </p:animEffect>
                                    <p:anim calcmode="lin" valueType="num">
                                      <p:cBhvr>
                                        <p:cTn id="34"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8" end="8"/>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2">
                                            <p:txEl>
                                              <p:pRg st="9" end="9"/>
                                            </p:txEl>
                                          </p:spTgt>
                                        </p:tgtEl>
                                        <p:attrNameLst>
                                          <p:attrName>style.visibility</p:attrName>
                                        </p:attrNameLst>
                                      </p:cBhvr>
                                      <p:to>
                                        <p:strVal val="visible"/>
                                      </p:to>
                                    </p:set>
                                    <p:animEffect transition="in" filter="fade">
                                      <p:cBhvr>
                                        <p:cTn id="38" dur="1000"/>
                                        <p:tgtEl>
                                          <p:spTgt spid="2">
                                            <p:txEl>
                                              <p:pRg st="9" end="9"/>
                                            </p:txEl>
                                          </p:spTgt>
                                        </p:tgtEl>
                                      </p:cBhvr>
                                    </p:animEffect>
                                    <p:anim calcmode="lin" valueType="num">
                                      <p:cBhvr>
                                        <p:cTn id="39"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40" dur="1000" fill="hold"/>
                                        <p:tgtEl>
                                          <p:spTgt spid="2">
                                            <p:txEl>
                                              <p:pRg st="9" end="9"/>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animEffect transition="in" filter="fade">
                                      <p:cBhvr>
                                        <p:cTn id="43" dur="1000"/>
                                        <p:tgtEl>
                                          <p:spTgt spid="2">
                                            <p:txEl>
                                              <p:pRg st="10" end="10"/>
                                            </p:txEl>
                                          </p:spTgt>
                                        </p:tgtEl>
                                      </p:cBhvr>
                                    </p:animEffect>
                                    <p:anim calcmode="lin" valueType="num">
                                      <p:cBhvr>
                                        <p:cTn id="44"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45" dur="1000" fill="hold"/>
                                        <p:tgtEl>
                                          <p:spTgt spid="2">
                                            <p:txEl>
                                              <p:pRg st="10" end="10"/>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2">
                                            <p:txEl>
                                              <p:pRg st="15" end="15"/>
                                            </p:txEl>
                                          </p:spTgt>
                                        </p:tgtEl>
                                        <p:attrNameLst>
                                          <p:attrName>style.visibility</p:attrName>
                                        </p:attrNameLst>
                                      </p:cBhvr>
                                      <p:to>
                                        <p:strVal val="visible"/>
                                      </p:to>
                                    </p:set>
                                    <p:animEffect transition="in" filter="fade">
                                      <p:cBhvr>
                                        <p:cTn id="48" dur="1000"/>
                                        <p:tgtEl>
                                          <p:spTgt spid="2">
                                            <p:txEl>
                                              <p:pRg st="15" end="15"/>
                                            </p:txEl>
                                          </p:spTgt>
                                        </p:tgtEl>
                                      </p:cBhvr>
                                    </p:animEffect>
                                    <p:anim calcmode="lin" valueType="num">
                                      <p:cBhvr>
                                        <p:cTn id="49" dur="1000" fill="hold"/>
                                        <p:tgtEl>
                                          <p:spTgt spid="2">
                                            <p:txEl>
                                              <p:pRg st="15" end="15"/>
                                            </p:txEl>
                                          </p:spTgt>
                                        </p:tgtEl>
                                        <p:attrNameLst>
                                          <p:attrName>ppt_x</p:attrName>
                                        </p:attrNameLst>
                                      </p:cBhvr>
                                      <p:tavLst>
                                        <p:tav tm="0">
                                          <p:val>
                                            <p:strVal val="#ppt_x"/>
                                          </p:val>
                                        </p:tav>
                                        <p:tav tm="100000">
                                          <p:val>
                                            <p:strVal val="#ppt_x"/>
                                          </p:val>
                                        </p:tav>
                                      </p:tavLst>
                                    </p:anim>
                                    <p:anim calcmode="lin" valueType="num">
                                      <p:cBhvr>
                                        <p:cTn id="50" dur="1000" fill="hold"/>
                                        <p:tgtEl>
                                          <p:spTgt spid="2">
                                            <p:txEl>
                                              <p:pRg st="15" end="15"/>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2">
                                            <p:txEl>
                                              <p:pRg st="16" end="16"/>
                                            </p:txEl>
                                          </p:spTgt>
                                        </p:tgtEl>
                                        <p:attrNameLst>
                                          <p:attrName>style.visibility</p:attrName>
                                        </p:attrNameLst>
                                      </p:cBhvr>
                                      <p:to>
                                        <p:strVal val="visible"/>
                                      </p:to>
                                    </p:set>
                                    <p:animEffect transition="in" filter="fade">
                                      <p:cBhvr>
                                        <p:cTn id="53" dur="1000"/>
                                        <p:tgtEl>
                                          <p:spTgt spid="2">
                                            <p:txEl>
                                              <p:pRg st="16" end="16"/>
                                            </p:txEl>
                                          </p:spTgt>
                                        </p:tgtEl>
                                      </p:cBhvr>
                                    </p:animEffect>
                                    <p:anim calcmode="lin" valueType="num">
                                      <p:cBhvr>
                                        <p:cTn id="54" dur="1000" fill="hold"/>
                                        <p:tgtEl>
                                          <p:spTgt spid="2">
                                            <p:txEl>
                                              <p:pRg st="16" end="16"/>
                                            </p:txEl>
                                          </p:spTgt>
                                        </p:tgtEl>
                                        <p:attrNameLst>
                                          <p:attrName>ppt_x</p:attrName>
                                        </p:attrNameLst>
                                      </p:cBhvr>
                                      <p:tavLst>
                                        <p:tav tm="0">
                                          <p:val>
                                            <p:strVal val="#ppt_x"/>
                                          </p:val>
                                        </p:tav>
                                        <p:tav tm="100000">
                                          <p:val>
                                            <p:strVal val="#ppt_x"/>
                                          </p:val>
                                        </p:tav>
                                      </p:tavLst>
                                    </p:anim>
                                    <p:anim calcmode="lin" valueType="num">
                                      <p:cBhvr>
                                        <p:cTn id="55" dur="1000" fill="hold"/>
                                        <p:tgtEl>
                                          <p:spTgt spid="2">
                                            <p:txEl>
                                              <p:pRg st="16" end="16"/>
                                            </p:txEl>
                                          </p:spTgt>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2">
                                            <p:txEl>
                                              <p:pRg st="17" end="17"/>
                                            </p:txEl>
                                          </p:spTgt>
                                        </p:tgtEl>
                                        <p:attrNameLst>
                                          <p:attrName>style.visibility</p:attrName>
                                        </p:attrNameLst>
                                      </p:cBhvr>
                                      <p:to>
                                        <p:strVal val="visible"/>
                                      </p:to>
                                    </p:set>
                                    <p:animEffect transition="in" filter="fade">
                                      <p:cBhvr>
                                        <p:cTn id="58" dur="1000"/>
                                        <p:tgtEl>
                                          <p:spTgt spid="2">
                                            <p:txEl>
                                              <p:pRg st="17" end="17"/>
                                            </p:txEl>
                                          </p:spTgt>
                                        </p:tgtEl>
                                      </p:cBhvr>
                                    </p:animEffect>
                                    <p:anim calcmode="lin" valueType="num">
                                      <p:cBhvr>
                                        <p:cTn id="59" dur="1000" fill="hold"/>
                                        <p:tgtEl>
                                          <p:spTgt spid="2">
                                            <p:txEl>
                                              <p:pRg st="17" end="17"/>
                                            </p:txEl>
                                          </p:spTgt>
                                        </p:tgtEl>
                                        <p:attrNameLst>
                                          <p:attrName>ppt_x</p:attrName>
                                        </p:attrNameLst>
                                      </p:cBhvr>
                                      <p:tavLst>
                                        <p:tav tm="0">
                                          <p:val>
                                            <p:strVal val="#ppt_x"/>
                                          </p:val>
                                        </p:tav>
                                        <p:tav tm="100000">
                                          <p:val>
                                            <p:strVal val="#ppt_x"/>
                                          </p:val>
                                        </p:tav>
                                      </p:tavLst>
                                    </p:anim>
                                    <p:anim calcmode="lin" valueType="num">
                                      <p:cBhvr>
                                        <p:cTn id="60" dur="1000" fill="hold"/>
                                        <p:tgtEl>
                                          <p:spTgt spid="2">
                                            <p:txEl>
                                              <p:pRg st="17" end="17"/>
                                            </p:txEl>
                                          </p:spTgt>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2">
                                            <p:txEl>
                                              <p:pRg st="18" end="18"/>
                                            </p:txEl>
                                          </p:spTgt>
                                        </p:tgtEl>
                                        <p:attrNameLst>
                                          <p:attrName>style.visibility</p:attrName>
                                        </p:attrNameLst>
                                      </p:cBhvr>
                                      <p:to>
                                        <p:strVal val="visible"/>
                                      </p:to>
                                    </p:set>
                                    <p:animEffect transition="in" filter="fade">
                                      <p:cBhvr>
                                        <p:cTn id="63" dur="1000"/>
                                        <p:tgtEl>
                                          <p:spTgt spid="2">
                                            <p:txEl>
                                              <p:pRg st="18" end="18"/>
                                            </p:txEl>
                                          </p:spTgt>
                                        </p:tgtEl>
                                      </p:cBhvr>
                                    </p:animEffect>
                                    <p:anim calcmode="lin" valueType="num">
                                      <p:cBhvr>
                                        <p:cTn id="64" dur="1000" fill="hold"/>
                                        <p:tgtEl>
                                          <p:spTgt spid="2">
                                            <p:txEl>
                                              <p:pRg st="18" end="18"/>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18" end="1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3"/>
                                        </p:tgtEl>
                                        <p:attrNameLst>
                                          <p:attrName>style.visibility</p:attrName>
                                        </p:attrNameLst>
                                      </p:cBhvr>
                                      <p:to>
                                        <p:strVal val="visible"/>
                                      </p:to>
                                    </p:set>
                                    <p:animEffect transition="in" filter="wipe(down)">
                                      <p:cBhvr>
                                        <p:cTn id="70" dur="500"/>
                                        <p:tgtEl>
                                          <p:spTgt spid="3"/>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4"/>
                                        </p:tgtEl>
                                        <p:attrNameLst>
                                          <p:attrName>style.visibility</p:attrName>
                                        </p:attrNameLst>
                                      </p:cBhvr>
                                      <p:to>
                                        <p:strVal val="visible"/>
                                      </p:to>
                                    </p:set>
                                    <p:animEffect transition="in" filter="wipe(down)">
                                      <p:cBhvr>
                                        <p:cTn id="7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46">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F6F421CD-6602-1CB5-DCC9-8CA8F6A7B87E}"/>
              </a:ext>
            </a:extLst>
          </p:cNvPr>
          <p:cNvSpPr txBox="1"/>
          <p:nvPr/>
        </p:nvSpPr>
        <p:spPr>
          <a:xfrm>
            <a:off x="112014" y="152320"/>
            <a:ext cx="12076809" cy="6463308"/>
          </a:xfrm>
          <a:prstGeom prst="rect">
            <a:avLst/>
          </a:prstGeom>
          <a:noFill/>
          <a:ln cap="flat">
            <a:noFill/>
          </a:ln>
        </p:spPr>
        <p:txBody>
          <a:bodyPr vert="horz" wrap="square" lIns="91440" tIns="45720" rIns="91440" bIns="45720" anchor="t" anchorCtr="0" compatLnSpc="1">
            <a:spAutoFit/>
          </a:bodyPr>
          <a:lstStyle/>
          <a:p>
            <a:pPr marL="342900" marR="0" lvl="0" indent="-342900" algn="l" defTabSz="914400" rtl="0" fontAlgn="auto" hangingPunct="1">
              <a:lnSpc>
                <a:spcPct val="100000"/>
              </a:lnSpc>
              <a:spcBef>
                <a:spcPts val="0"/>
              </a:spcBef>
              <a:spcAft>
                <a:spcPts val="0"/>
              </a:spcAft>
              <a:buSzPct val="100000"/>
              <a:buFont typeface="Wingdings" pitchFamily="2"/>
              <a:buChar char="q"/>
              <a:tabLst/>
              <a:defRPr sz="1800" b="0" i="0" u="none" strike="noStrike" kern="0" cap="none" spc="0" baseline="0">
                <a:solidFill>
                  <a:srgbClr val="000000"/>
                </a:solidFill>
                <a:uFillTx/>
              </a:defRPr>
            </a:pPr>
            <a:r>
              <a:rPr lang="en-US" sz="2000" b="1" i="0" u="sng" strike="noStrike" kern="1200" cap="none" spc="0" baseline="0">
                <a:solidFill>
                  <a:srgbClr val="FF0000"/>
                </a:solidFill>
                <a:effectLst>
                  <a:outerShdw dist="38096" dir="2700000">
                    <a:srgbClr val="000000"/>
                  </a:outerShdw>
                </a:effectLst>
                <a:uFillTx/>
                <a:latin typeface="Times New Roman" pitchFamily="18"/>
                <a:cs typeface="Times New Roman" pitchFamily="18"/>
              </a:rPr>
              <a:t>WHAT IS WEIGHTS &amp; WHY IT IS IMPORTANT IN MPC</a:t>
            </a:r>
            <a:r>
              <a:rPr lang="en-US" sz="2000" b="1" i="0" u="none" strike="noStrike" kern="1200" cap="none" spc="0" baseline="0">
                <a:solidFill>
                  <a:srgbClr val="FF0000"/>
                </a:solidFill>
                <a:effectLst>
                  <a:outerShdw dist="38096" dir="2700000">
                    <a:srgbClr val="7F7F7F"/>
                  </a:outerShdw>
                </a:effectLst>
                <a:uFillTx/>
                <a:latin typeface="Times New Roman" pitchFamily="18"/>
                <a:cs typeface="Times New Roman" pitchFamily="18"/>
              </a:rPr>
              <a: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1" i="0" u="none" strike="noStrike" kern="1200" cap="none" spc="0" baseline="0">
              <a:solidFill>
                <a:srgbClr val="FF0000"/>
              </a:solidFill>
              <a:effectLst>
                <a:outerShdw dist="38096" dir="2700000">
                  <a:srgbClr val="7F7F7F"/>
                </a:outerShdw>
              </a:effectLst>
              <a:uFillTx/>
              <a:latin typeface="Times New Roman" pitchFamily="18"/>
              <a:cs typeface="Times New Roman" pitchFamily="18"/>
            </a:endParaRPr>
          </a:p>
          <a:p>
            <a:pPr marL="285750" marR="0" lvl="0" indent="-28575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In an MPC (Model Predictive Control) controller, weights refer to the relative importance assigned to different control objectives or costs. These weights are used to </a:t>
            </a:r>
            <a:r>
              <a:rPr lang="en-IN" sz="1800" b="0" i="0" u="none" strike="noStrike" kern="0" cap="none" spc="0" baseline="0">
                <a:solidFill>
                  <a:srgbClr val="202124"/>
                </a:solidFill>
                <a:uFillTx/>
                <a:latin typeface="Google Sans"/>
              </a:rPr>
              <a:t>classify </a:t>
            </a:r>
            <a:r>
              <a:rPr lang="en-US" sz="1800" b="0" i="0" u="none" strike="noStrike" kern="1200" cap="none" spc="0" baseline="0">
                <a:solidFill>
                  <a:srgbClr val="374151"/>
                </a:solidFill>
                <a:uFillTx/>
                <a:latin typeface="Söhne"/>
              </a:rPr>
              <a:t>and balance the trade-offs between various control objectives during the optimization process.</a:t>
            </a:r>
            <a:endParaRPr lang="en-US" sz="1800" b="1" i="0" u="none" strike="noStrike" kern="1200" cap="none" spc="0" baseline="0">
              <a:solidFill>
                <a:srgbClr val="FF0000"/>
              </a:solidFill>
              <a:effectLst>
                <a:outerShdw dist="38096" dir="2700000">
                  <a:srgbClr val="7F7F7F"/>
                </a:outerShdw>
              </a:effectLst>
              <a:uFillTx/>
              <a:latin typeface="Times New Roman" pitchFamily="18"/>
              <a:cs typeface="Times New Roman" pitchFamily="18"/>
            </a:endParaRPr>
          </a:p>
          <a:p>
            <a:pPr marL="285750" marR="0" lvl="0" indent="-28575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endParaRPr lang="en-US" sz="1800" b="1" i="0" u="none" strike="noStrike" kern="1200" cap="none" spc="0" baseline="0">
              <a:solidFill>
                <a:srgbClr val="FF0000"/>
              </a:solidFill>
              <a:effectLst>
                <a:outerShdw dist="38096" dir="2700000">
                  <a:srgbClr val="7F7F7F"/>
                </a:outerShdw>
              </a:effectLst>
              <a:uFillTx/>
              <a:latin typeface="Times New Roman" pitchFamily="18"/>
              <a:cs typeface="Times New Roman" pitchFamily="18"/>
            </a:endParaRPr>
          </a:p>
          <a:p>
            <a:pPr marL="285750" marR="0" lvl="0" indent="-28575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The importance of weights in an MPC controller can be summarized as follows:</a:t>
            </a:r>
            <a:endParaRPr lang="en-US" sz="1800" b="1" i="0" u="none" strike="noStrike" kern="1200" cap="none" spc="0" baseline="0">
              <a:solidFill>
                <a:srgbClr val="FF0000"/>
              </a:solidFill>
              <a:effectLst>
                <a:outerShdw dist="38096" dir="2700000">
                  <a:srgbClr val="7F7F7F"/>
                </a:outerShdw>
              </a:effectLst>
              <a:uFillTx/>
              <a:latin typeface="Times New Roman" pitchFamily="18"/>
              <a:cs typeface="Times New Roman" pitchFamily="18"/>
            </a:endParaRPr>
          </a:p>
          <a:p>
            <a:pPr marL="285750" marR="0" lvl="0" indent="-28575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endParaRPr lang="en-US" sz="1800" b="1" i="0" u="none" strike="noStrike" kern="1200" cap="none" spc="0" baseline="0">
              <a:solidFill>
                <a:srgbClr val="FF0000"/>
              </a:solidFill>
              <a:effectLst>
                <a:outerShdw dist="38096" dir="2700000">
                  <a:srgbClr val="7F7F7F"/>
                </a:outerShdw>
              </a:effectLst>
              <a:uFillTx/>
              <a:latin typeface="Times New Roman" pitchFamily="18"/>
              <a:cs typeface="Times New Roman" pitchFamily="18"/>
            </a:endParaRPr>
          </a:p>
          <a:p>
            <a:pPr marL="742950" marR="0" lvl="1" indent="-28575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Objective </a:t>
            </a:r>
            <a:r>
              <a:rPr lang="en-IN" sz="1800" b="0" i="0" u="none" strike="noStrike" kern="0" cap="none" spc="0" baseline="0">
                <a:solidFill>
                  <a:srgbClr val="202124"/>
                </a:solidFill>
                <a:uFillTx/>
                <a:latin typeface="Google Sans"/>
              </a:rPr>
              <a:t>classify</a:t>
            </a:r>
            <a:endParaRPr lang="en-US" sz="1800" b="1" i="0" u="none" strike="noStrike" kern="1200" cap="none" spc="0" baseline="0">
              <a:solidFill>
                <a:srgbClr val="FF0000"/>
              </a:solidFill>
              <a:effectLst>
                <a:outerShdw dist="38096" dir="2700000">
                  <a:srgbClr val="7F7F7F"/>
                </a:outerShdw>
              </a:effectLst>
              <a:uFillTx/>
              <a:latin typeface="Times New Roman" pitchFamily="18"/>
              <a:cs typeface="Times New Roman" pitchFamily="18"/>
            </a:endParaRPr>
          </a:p>
          <a:p>
            <a:pPr marL="742950" marR="0" lvl="1" indent="-28575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Performance optimization</a:t>
            </a:r>
            <a:endParaRPr lang="en-US" sz="1800" b="1" i="0" u="none" strike="noStrike" kern="1200" cap="none" spc="0" baseline="0">
              <a:solidFill>
                <a:srgbClr val="FF0000"/>
              </a:solidFill>
              <a:effectLst>
                <a:outerShdw dist="38096" dir="2700000">
                  <a:srgbClr val="7F7F7F"/>
                </a:outerShdw>
              </a:effectLst>
              <a:uFillTx/>
              <a:latin typeface="Times New Roman" pitchFamily="18"/>
              <a:cs typeface="Times New Roman" pitchFamily="18"/>
            </a:endParaRPr>
          </a:p>
          <a:p>
            <a:pPr marL="742950" marR="0" lvl="1" indent="-28575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Control trade-offs</a:t>
            </a:r>
          </a:p>
          <a:p>
            <a:pPr marL="742950" marR="0" lvl="1" indent="-28575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Flexibility and adaptability</a:t>
            </a:r>
          </a:p>
          <a:p>
            <a:pPr marL="457200" marR="0" lvl="1"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374151"/>
              </a:solidFill>
              <a:uFillTx/>
              <a:latin typeface="Söhne"/>
            </a:endParaRPr>
          </a:p>
          <a:p>
            <a:pPr marL="457200" marR="0" lvl="1"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374151"/>
              </a:solidFill>
              <a:uFillTx/>
              <a:latin typeface="Söhne"/>
            </a:endParaRPr>
          </a:p>
          <a:p>
            <a:pPr marL="457200" marR="0" lvl="1"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374151"/>
              </a:solidFill>
              <a:uFillTx/>
              <a:latin typeface="Söhne"/>
            </a:endParaRPr>
          </a:p>
          <a:p>
            <a:pPr marL="742950" marR="0" lvl="1" indent="-28575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endParaRPr lang="en-US" sz="1800" b="0" i="0" u="none" strike="noStrike" kern="1200" cap="none" spc="0" baseline="0">
              <a:solidFill>
                <a:srgbClr val="374151"/>
              </a:solidFill>
              <a:uFillTx/>
              <a:latin typeface="Söhne"/>
            </a:endParaRPr>
          </a:p>
          <a:p>
            <a:pPr marL="457200" marR="0" lvl="1"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374151"/>
              </a:solidFill>
              <a:uFillTx/>
              <a:latin typeface="Söhne"/>
            </a:endParaRPr>
          </a:p>
          <a:p>
            <a:pPr marL="285750" marR="0" lvl="0" indent="-28575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In summary, the weights in an MPC controller are essential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      for </a:t>
            </a:r>
            <a:r>
              <a:rPr lang="en-IN" sz="1800" b="0" i="0" u="none" strike="noStrike" kern="0" cap="none" spc="0" baseline="0">
                <a:solidFill>
                  <a:srgbClr val="202124"/>
                </a:solidFill>
                <a:uFillTx/>
                <a:latin typeface="Google Sans"/>
              </a:rPr>
              <a:t>classifying</a:t>
            </a:r>
            <a:r>
              <a:rPr lang="en-US" sz="1800" b="0" i="0" u="none" strike="noStrike" kern="1200" cap="none" spc="0" baseline="0">
                <a:solidFill>
                  <a:srgbClr val="374151"/>
                </a:solidFill>
                <a:uFillTx/>
                <a:latin typeface="Söhne"/>
              </a:rPr>
              <a:t> control objectives, optimizing system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      performance, managing trade-offs between competing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374151"/>
                </a:solidFill>
                <a:uFillTx/>
                <a:latin typeface="Söhne"/>
              </a:rPr>
              <a:t>     objectives, and enabling adaptability to changing conditions.</a:t>
            </a:r>
          </a:p>
          <a:p>
            <a:pPr marL="285750" marR="0" lvl="0" indent="-28575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endParaRPr lang="en-US" sz="1800" b="0" i="0" u="none" strike="noStrike" kern="1200" cap="none" spc="0" baseline="0">
              <a:solidFill>
                <a:srgbClr val="374151"/>
              </a:solidFill>
              <a:uFillTx/>
              <a:latin typeface="Söhne"/>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600" b="0" i="0" u="none" strike="noStrike" kern="1200" cap="none" spc="0" baseline="0">
              <a:solidFill>
                <a:srgbClr val="374151"/>
              </a:solidFill>
              <a:uFillTx/>
              <a:latin typeface="Söhne"/>
            </a:endParaRPr>
          </a:p>
        </p:txBody>
      </p:sp>
      <p:pic>
        <p:nvPicPr>
          <p:cNvPr id="3" name="Picture 3" descr="A screenshot of a computer&#10;&#10;Description automatically generated with medium confidence">
            <a:extLst>
              <a:ext uri="{FF2B5EF4-FFF2-40B4-BE49-F238E27FC236}">
                <a16:creationId xmlns:a16="http://schemas.microsoft.com/office/drawing/2014/main" id="{C6796EA2-1895-CD1B-668E-046FDECE76BF}"/>
              </a:ext>
            </a:extLst>
          </p:cNvPr>
          <p:cNvPicPr>
            <a:picLocks noChangeAspect="1"/>
          </p:cNvPicPr>
          <p:nvPr/>
        </p:nvPicPr>
        <p:blipFill>
          <a:blip r:embed="rId2"/>
          <a:stretch>
            <a:fillRect/>
          </a:stretch>
        </p:blipFill>
        <p:spPr>
          <a:xfrm>
            <a:off x="6276816" y="2331720"/>
            <a:ext cx="5701823" cy="4282519"/>
          </a:xfrm>
          <a:prstGeom prst="rect">
            <a:avLst/>
          </a:prstGeom>
          <a:noFill/>
          <a:ln cap="flat">
            <a:noFill/>
          </a:ln>
        </p:spPr>
      </p:pic>
      <p:sp>
        <p:nvSpPr>
          <p:cNvPr id="4" name="Oval 3">
            <a:extLst>
              <a:ext uri="{FF2B5EF4-FFF2-40B4-BE49-F238E27FC236}">
                <a16:creationId xmlns:a16="http://schemas.microsoft.com/office/drawing/2014/main" id="{A336D037-D215-FC01-0EF4-895CD09D75E5}"/>
              </a:ext>
            </a:extLst>
          </p:cNvPr>
          <p:cNvSpPr/>
          <p:nvPr/>
        </p:nvSpPr>
        <p:spPr>
          <a:xfrm>
            <a:off x="6163056" y="2267712"/>
            <a:ext cx="2395728" cy="83210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noFill/>
          <a:ln w="38103" cap="flat">
            <a:solidFill>
              <a:srgbClr val="FF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libri"/>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1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10"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fade">
                                      <p:cBhvr>
                                        <p:cTn id="16" dur="500"/>
                                        <p:tgtEl>
                                          <p:spTgt spid="2">
                                            <p:txEl>
                                              <p:pRg st="4" end="4"/>
                                            </p:txEl>
                                          </p:spTgt>
                                        </p:tgtEl>
                                      </p:cBhvr>
                                    </p:animEffect>
                                  </p:childTnLst>
                                </p:cTn>
                              </p:par>
                              <p:par>
                                <p:cTn id="17" presetID="10" presetClass="entr" presetSubtype="1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animEffect transition="in" filter="fade">
                                      <p:cBhvr>
                                        <p:cTn id="19" dur="500"/>
                                        <p:tgtEl>
                                          <p:spTgt spid="2">
                                            <p:txEl>
                                              <p:pRg st="6" end="6"/>
                                            </p:txEl>
                                          </p:spTgt>
                                        </p:tgtEl>
                                      </p:cBhvr>
                                    </p:animEffect>
                                  </p:childTnLst>
                                </p:cTn>
                              </p:par>
                              <p:par>
                                <p:cTn id="20" presetID="10" presetClass="entr" presetSubtype="10" fill="hold" nodeType="withEffect">
                                  <p:stCondLst>
                                    <p:cond delay="0"/>
                                  </p:stCondLst>
                                  <p:childTnLst>
                                    <p:set>
                                      <p:cBhvr>
                                        <p:cTn id="21" dur="1" fill="hold">
                                          <p:stCondLst>
                                            <p:cond delay="0"/>
                                          </p:stCondLst>
                                        </p:cTn>
                                        <p:tgtEl>
                                          <p:spTgt spid="2">
                                            <p:txEl>
                                              <p:pRg st="7" end="7"/>
                                            </p:txEl>
                                          </p:spTgt>
                                        </p:tgtEl>
                                        <p:attrNameLst>
                                          <p:attrName>style.visibility</p:attrName>
                                        </p:attrNameLst>
                                      </p:cBhvr>
                                      <p:to>
                                        <p:strVal val="visible"/>
                                      </p:to>
                                    </p:set>
                                    <p:animEffect transition="in" filter="fade">
                                      <p:cBhvr>
                                        <p:cTn id="22" dur="500"/>
                                        <p:tgtEl>
                                          <p:spTgt spid="2">
                                            <p:txEl>
                                              <p:pRg st="7" end="7"/>
                                            </p:txEl>
                                          </p:spTgt>
                                        </p:tgtEl>
                                      </p:cBhvr>
                                    </p:animEffect>
                                  </p:childTnLst>
                                </p:cTn>
                              </p:par>
                              <p:par>
                                <p:cTn id="23" presetID="10" presetClass="entr" presetSubtype="10" fill="hold" nodeType="with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animEffect transition="in" filter="fade">
                                      <p:cBhvr>
                                        <p:cTn id="25" dur="500"/>
                                        <p:tgtEl>
                                          <p:spTgt spid="2">
                                            <p:txEl>
                                              <p:pRg st="8" end="8"/>
                                            </p:txEl>
                                          </p:spTgt>
                                        </p:tgtEl>
                                      </p:cBhvr>
                                    </p:animEffect>
                                  </p:childTnLst>
                                </p:cTn>
                              </p:par>
                              <p:par>
                                <p:cTn id="26" presetID="10" presetClass="entr" presetSubtype="10" fill="hold" nodeType="withEffect">
                                  <p:stCondLst>
                                    <p:cond delay="0"/>
                                  </p:stCondLst>
                                  <p:childTnLst>
                                    <p:set>
                                      <p:cBhvr>
                                        <p:cTn id="27" dur="1" fill="hold">
                                          <p:stCondLst>
                                            <p:cond delay="0"/>
                                          </p:stCondLst>
                                        </p:cTn>
                                        <p:tgtEl>
                                          <p:spTgt spid="2">
                                            <p:txEl>
                                              <p:pRg st="9" end="9"/>
                                            </p:txEl>
                                          </p:spTgt>
                                        </p:tgtEl>
                                        <p:attrNameLst>
                                          <p:attrName>style.visibility</p:attrName>
                                        </p:attrNameLst>
                                      </p:cBhvr>
                                      <p:to>
                                        <p:strVal val="visible"/>
                                      </p:to>
                                    </p:set>
                                    <p:animEffect transition="in" filter="fade">
                                      <p:cBhvr>
                                        <p:cTn id="28" dur="500"/>
                                        <p:tgtEl>
                                          <p:spTgt spid="2">
                                            <p:txEl>
                                              <p:pRg st="9" end="9"/>
                                            </p:txEl>
                                          </p:spTgt>
                                        </p:tgtEl>
                                      </p:cBhvr>
                                    </p:animEffect>
                                  </p:childTnLst>
                                </p:cTn>
                              </p:par>
                              <p:par>
                                <p:cTn id="29" presetID="10" presetClass="entr" presetSubtype="10" fill="hold" nodeType="withEffect">
                                  <p:stCondLst>
                                    <p:cond delay="0"/>
                                  </p:stCondLst>
                                  <p:childTnLst>
                                    <p:set>
                                      <p:cBhvr>
                                        <p:cTn id="30" dur="1" fill="hold">
                                          <p:stCondLst>
                                            <p:cond delay="0"/>
                                          </p:stCondLst>
                                        </p:cTn>
                                        <p:tgtEl>
                                          <p:spTgt spid="2">
                                            <p:txEl>
                                              <p:pRg st="15" end="15"/>
                                            </p:txEl>
                                          </p:spTgt>
                                        </p:tgtEl>
                                        <p:attrNameLst>
                                          <p:attrName>style.visibility</p:attrName>
                                        </p:attrNameLst>
                                      </p:cBhvr>
                                      <p:to>
                                        <p:strVal val="visible"/>
                                      </p:to>
                                    </p:set>
                                    <p:animEffect transition="in" filter="fade">
                                      <p:cBhvr>
                                        <p:cTn id="31" dur="500"/>
                                        <p:tgtEl>
                                          <p:spTgt spid="2">
                                            <p:txEl>
                                              <p:pRg st="15" end="15"/>
                                            </p:txEl>
                                          </p:spTgt>
                                        </p:tgtEl>
                                      </p:cBhvr>
                                    </p:animEffect>
                                  </p:childTnLst>
                                </p:cTn>
                              </p:par>
                              <p:par>
                                <p:cTn id="32" presetID="10" presetClass="entr" presetSubtype="10" fill="hold" nodeType="withEffect">
                                  <p:stCondLst>
                                    <p:cond delay="0"/>
                                  </p:stCondLst>
                                  <p:childTnLst>
                                    <p:set>
                                      <p:cBhvr>
                                        <p:cTn id="33" dur="1" fill="hold">
                                          <p:stCondLst>
                                            <p:cond delay="0"/>
                                          </p:stCondLst>
                                        </p:cTn>
                                        <p:tgtEl>
                                          <p:spTgt spid="2">
                                            <p:txEl>
                                              <p:pRg st="16" end="16"/>
                                            </p:txEl>
                                          </p:spTgt>
                                        </p:tgtEl>
                                        <p:attrNameLst>
                                          <p:attrName>style.visibility</p:attrName>
                                        </p:attrNameLst>
                                      </p:cBhvr>
                                      <p:to>
                                        <p:strVal val="visible"/>
                                      </p:to>
                                    </p:set>
                                    <p:animEffect transition="in" filter="fade">
                                      <p:cBhvr>
                                        <p:cTn id="34" dur="500"/>
                                        <p:tgtEl>
                                          <p:spTgt spid="2">
                                            <p:txEl>
                                              <p:pRg st="16" end="16"/>
                                            </p:txEl>
                                          </p:spTgt>
                                        </p:tgtEl>
                                      </p:cBhvr>
                                    </p:animEffect>
                                  </p:childTnLst>
                                </p:cTn>
                              </p:par>
                              <p:par>
                                <p:cTn id="35" presetID="10" presetClass="entr" presetSubtype="10" fill="hold" nodeType="withEffect">
                                  <p:stCondLst>
                                    <p:cond delay="0"/>
                                  </p:stCondLst>
                                  <p:childTnLst>
                                    <p:set>
                                      <p:cBhvr>
                                        <p:cTn id="36" dur="1" fill="hold">
                                          <p:stCondLst>
                                            <p:cond delay="0"/>
                                          </p:stCondLst>
                                        </p:cTn>
                                        <p:tgtEl>
                                          <p:spTgt spid="2">
                                            <p:txEl>
                                              <p:pRg st="17" end="17"/>
                                            </p:txEl>
                                          </p:spTgt>
                                        </p:tgtEl>
                                        <p:attrNameLst>
                                          <p:attrName>style.visibility</p:attrName>
                                        </p:attrNameLst>
                                      </p:cBhvr>
                                      <p:to>
                                        <p:strVal val="visible"/>
                                      </p:to>
                                    </p:set>
                                    <p:animEffect transition="in" filter="fade">
                                      <p:cBhvr>
                                        <p:cTn id="37" dur="500"/>
                                        <p:tgtEl>
                                          <p:spTgt spid="2">
                                            <p:txEl>
                                              <p:pRg st="17" end="17"/>
                                            </p:txEl>
                                          </p:spTgt>
                                        </p:tgtEl>
                                      </p:cBhvr>
                                    </p:animEffect>
                                  </p:childTnLst>
                                </p:cTn>
                              </p:par>
                              <p:par>
                                <p:cTn id="38" presetID="10" presetClass="entr" presetSubtype="10" fill="hold" nodeType="withEffect">
                                  <p:stCondLst>
                                    <p:cond delay="0"/>
                                  </p:stCondLst>
                                  <p:childTnLst>
                                    <p:set>
                                      <p:cBhvr>
                                        <p:cTn id="39" dur="1" fill="hold">
                                          <p:stCondLst>
                                            <p:cond delay="0"/>
                                          </p:stCondLst>
                                        </p:cTn>
                                        <p:tgtEl>
                                          <p:spTgt spid="2">
                                            <p:txEl>
                                              <p:pRg st="18" end="18"/>
                                            </p:txEl>
                                          </p:spTgt>
                                        </p:tgtEl>
                                        <p:attrNameLst>
                                          <p:attrName>style.visibility</p:attrName>
                                        </p:attrNameLst>
                                      </p:cBhvr>
                                      <p:to>
                                        <p:strVal val="visible"/>
                                      </p:to>
                                    </p:set>
                                    <p:animEffect transition="in" filter="fade">
                                      <p:cBhvr>
                                        <p:cTn id="40" dur="500"/>
                                        <p:tgtEl>
                                          <p:spTgt spid="2">
                                            <p:txEl>
                                              <p:pRg st="18" end="1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1" presetClass="entr" presetSubtype="1"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heel(1)">
                                      <p:cBhvr>
                                        <p:cTn id="45" dur="2000"/>
                                        <p:tgtEl>
                                          <p:spTgt spid="3"/>
                                        </p:tgtEl>
                                      </p:cBhvr>
                                    </p:animEffect>
                                  </p:childTnLst>
                                </p:cTn>
                              </p:par>
                              <p:par>
                                <p:cTn id="46" presetID="21" presetClass="entr" presetSubtype="1" fill="hold" grpId="0" nodeType="with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wheel(1)">
                                      <p:cBhvr>
                                        <p:cTn id="48"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47">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5ED30E-9C2F-047B-71A2-89A8197914F9}"/>
              </a:ext>
            </a:extLst>
          </p:cNvPr>
          <p:cNvSpPr/>
          <p:nvPr/>
        </p:nvSpPr>
        <p:spPr>
          <a:xfrm>
            <a:off x="0" y="123553"/>
            <a:ext cx="12188823" cy="6217087"/>
          </a:xfrm>
          <a:prstGeom prst="rect">
            <a:avLst/>
          </a:prstGeom>
          <a:noFill/>
          <a:ln cap="flat">
            <a:noFill/>
            <a:prstDash val="solid"/>
          </a:ln>
        </p:spPr>
        <p:txBody>
          <a:bodyPr vert="horz" wrap="square" lIns="91440" tIns="45720" rIns="91440" bIns="45720" anchor="t" anchorCtr="0" compatLnSpc="1">
            <a:spAutoFit/>
          </a:bodyPr>
          <a:lstStyle/>
          <a:p>
            <a:pPr marL="457200" marR="0" lvl="0" indent="-457200" algn="l" defTabSz="914400" rtl="0" fontAlgn="auto" hangingPunct="1">
              <a:lnSpc>
                <a:spcPct val="100000"/>
              </a:lnSpc>
              <a:spcBef>
                <a:spcPts val="0"/>
              </a:spcBef>
              <a:spcAft>
                <a:spcPts val="0"/>
              </a:spcAft>
              <a:buSzPct val="100000"/>
              <a:buFont typeface="Wingdings" pitchFamily="2"/>
              <a:buChar char="q"/>
              <a:tabLst/>
              <a:defRPr sz="1800" b="0" i="0" u="none" strike="noStrike" kern="0" cap="none" spc="0" baseline="0">
                <a:solidFill>
                  <a:srgbClr val="000000"/>
                </a:solidFill>
                <a:uFillTx/>
              </a:defRPr>
            </a:pPr>
            <a:r>
              <a:rPr lang="en-US" sz="2200" b="1" i="0" u="sng" strike="noStrike" kern="1200" cap="none" spc="0" baseline="0">
                <a:solidFill>
                  <a:srgbClr val="FF0000"/>
                </a:solidFill>
                <a:effectLst>
                  <a:outerShdw dist="38096" dir="2700000">
                    <a:srgbClr val="000000"/>
                  </a:outerShdw>
                </a:effectLst>
                <a:uFillTx/>
                <a:latin typeface="Calibri"/>
              </a:rPr>
              <a:t>WHAT IS THE SCALE FACTOR IN MPC &amp; WHY IT IS IMPORTANT </a:t>
            </a:r>
            <a:r>
              <a:rPr lang="en-US" sz="2200" b="1" i="0" u="none" strike="noStrike" kern="1200" cap="none" spc="0" baseline="0">
                <a:solidFill>
                  <a:srgbClr val="FF0000"/>
                </a:solidFill>
                <a:effectLst>
                  <a:outerShdw dist="38096" dir="2700000">
                    <a:srgbClr val="000000"/>
                  </a:outerShdw>
                </a:effectLst>
                <a:uFillTx/>
                <a:latin typeface="Calibri"/>
              </a:rPr>
              <a:t>?</a:t>
            </a:r>
          </a:p>
          <a:p>
            <a:pPr marL="457200" marR="0" lvl="0" indent="-457200" algn="l" defTabSz="914400" rtl="0" fontAlgn="auto" hangingPunct="1">
              <a:lnSpc>
                <a:spcPct val="100000"/>
              </a:lnSpc>
              <a:spcBef>
                <a:spcPts val="0"/>
              </a:spcBef>
              <a:spcAft>
                <a:spcPts val="0"/>
              </a:spcAft>
              <a:buSzPct val="100000"/>
              <a:buFont typeface="Wingdings" pitchFamily="2"/>
              <a:buChar char="q"/>
              <a:tabLst/>
              <a:defRPr sz="1800" b="0" i="0" u="none" strike="noStrike" kern="0" cap="none" spc="0" baseline="0">
                <a:solidFill>
                  <a:srgbClr val="000000"/>
                </a:solidFill>
                <a:uFillTx/>
              </a:defRPr>
            </a:pPr>
            <a:endParaRPr lang="en-US" sz="1600" b="1" i="0" u="none" strike="noStrike" kern="1200" cap="none" spc="0" baseline="0">
              <a:solidFill>
                <a:srgbClr val="FFC000"/>
              </a:solidFill>
              <a:effectLst>
                <a:outerShdw dist="38096" dir="2700000">
                  <a:srgbClr val="000000"/>
                </a:outerShdw>
              </a:effectLst>
              <a:uFillTx/>
              <a:latin typeface="Calibri"/>
            </a:endParaRPr>
          </a:p>
          <a:p>
            <a:pPr marL="285750" marR="0" lvl="0" indent="-28575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r>
              <a:rPr lang="en-US" sz="1800" b="1" i="0" u="none" strike="noStrike" kern="1200" cap="none" spc="0" baseline="0">
                <a:solidFill>
                  <a:srgbClr val="000000"/>
                </a:solidFill>
                <a:effectLst>
                  <a:outerShdw dist="38096" dir="2700000">
                    <a:srgbClr val="000000"/>
                  </a:outerShdw>
                </a:effectLst>
                <a:uFillTx/>
                <a:latin typeface="Calibri"/>
              </a:rPr>
              <a:t> </a:t>
            </a:r>
            <a:r>
              <a:rPr lang="en-US" sz="1800" b="0" i="0" u="none" strike="noStrike" kern="1200" cap="none" spc="0" baseline="0">
                <a:solidFill>
                  <a:srgbClr val="000000"/>
                </a:solidFill>
                <a:uFillTx/>
                <a:latin typeface="Söhne"/>
              </a:rPr>
              <a:t>In an MPC (Model Predictive Control) controller, the scale factor refers to a parameter that scales the importance or sensitivity of the control objectives or constraints. It is used to adjust the relative influence of different objectives or constraints in the controller's optimization process.</a:t>
            </a:r>
          </a:p>
          <a:p>
            <a:pPr marL="285750" marR="0" lvl="0" indent="-28575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öhne"/>
            </a:endParaRPr>
          </a:p>
          <a:p>
            <a:pPr marL="285750" marR="0" lvl="0" indent="-28575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Söhne"/>
              </a:rPr>
              <a:t>The importance of the scale factor in an MPC controller can be summarized as follows:</a:t>
            </a:r>
          </a:p>
          <a:p>
            <a:pPr marL="285750" marR="0" lvl="0" indent="-28575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öhne"/>
            </a:endParaRPr>
          </a:p>
          <a:p>
            <a:pPr marL="742950" marR="0" lvl="1" indent="-28575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Söhne"/>
              </a:rPr>
              <a:t>Control objective balancing</a:t>
            </a:r>
            <a:endParaRPr lang="en-US" sz="1800" b="0" i="0" u="none" strike="noStrike" kern="1200" cap="none" spc="0" baseline="0">
              <a:solidFill>
                <a:srgbClr val="000000"/>
              </a:solidFill>
              <a:uFillTx/>
              <a:latin typeface="Söhne"/>
            </a:endParaRPr>
          </a:p>
          <a:p>
            <a:pPr marL="742950" marR="0" lvl="1" indent="-28575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Söhne"/>
              </a:rPr>
              <a:t>Constraint management</a:t>
            </a:r>
            <a:endParaRPr lang="en-US" sz="1800" b="0" i="0" u="none" strike="noStrike" kern="1200" cap="none" spc="0" baseline="0">
              <a:solidFill>
                <a:srgbClr val="000000"/>
              </a:solidFill>
              <a:uFillTx/>
              <a:latin typeface="Söhne"/>
            </a:endParaRPr>
          </a:p>
          <a:p>
            <a:pPr marL="742950" marR="0" lvl="1" indent="-28575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Söhne"/>
              </a:rPr>
              <a:t>Performance optimization</a:t>
            </a:r>
            <a:endParaRPr lang="en-US" sz="1800" b="0" i="0" u="none" strike="noStrike" kern="1200" cap="none" spc="0" baseline="0">
              <a:solidFill>
                <a:srgbClr val="000000"/>
              </a:solidFill>
              <a:uFillTx/>
              <a:latin typeface="Söhne"/>
            </a:endParaRPr>
          </a:p>
          <a:p>
            <a:pPr marL="742950" marR="0" lvl="1" indent="-28575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Söhne"/>
              </a:rPr>
              <a:t>Adaptability</a:t>
            </a:r>
            <a:endParaRPr lang="en-US" sz="1800" b="1" i="0" u="none" strike="noStrike" kern="1200" cap="none" spc="0" baseline="0">
              <a:solidFill>
                <a:srgbClr val="000000"/>
              </a:solidFill>
              <a:effectLst>
                <a:outerShdw dist="38096" dir="2700000">
                  <a:srgbClr val="000000"/>
                </a:outerShdw>
              </a:effectLst>
              <a:uFillTx/>
              <a:latin typeface="Söhne"/>
            </a:endParaRPr>
          </a:p>
          <a:p>
            <a:pPr marL="457200" marR="0" lvl="1"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1" i="0" u="none" strike="noStrike" kern="1200" cap="none" spc="0" baseline="0">
              <a:solidFill>
                <a:srgbClr val="000000"/>
              </a:solidFill>
              <a:effectLst>
                <a:outerShdw dist="38096" dir="2700000">
                  <a:srgbClr val="000000"/>
                </a:outerShdw>
              </a:effectLst>
              <a:uFillTx/>
              <a:latin typeface="Söhne"/>
            </a:endParaRPr>
          </a:p>
          <a:p>
            <a:pPr marL="457200" marR="0" lvl="1"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1" i="0" u="none" strike="noStrike" kern="1200" cap="none" spc="0" baseline="0">
              <a:solidFill>
                <a:srgbClr val="000000"/>
              </a:solidFill>
              <a:effectLst>
                <a:outerShdw dist="38096" dir="2700000">
                  <a:srgbClr val="000000"/>
                </a:outerShdw>
              </a:effectLst>
              <a:uFillTx/>
              <a:latin typeface="Söhne"/>
            </a:endParaRPr>
          </a:p>
          <a:p>
            <a:pPr marL="457200" marR="0" lvl="1"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1" i="0" u="none" strike="noStrike" kern="1200" cap="none" spc="0" baseline="0">
              <a:solidFill>
                <a:srgbClr val="000000"/>
              </a:solidFill>
              <a:effectLst>
                <a:outerShdw dist="38096" dir="2700000">
                  <a:srgbClr val="000000"/>
                </a:outerShdw>
              </a:effectLst>
              <a:uFillTx/>
              <a:latin typeface="Söhne"/>
            </a:endParaRPr>
          </a:p>
          <a:p>
            <a:pPr marL="457200" marR="0" lvl="1"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1" i="0" u="none" strike="noStrike" kern="1200" cap="none" spc="0" baseline="0">
              <a:solidFill>
                <a:srgbClr val="000000"/>
              </a:solidFill>
              <a:effectLst>
                <a:outerShdw dist="38096" dir="2700000">
                  <a:srgbClr val="000000"/>
                </a:outerShdw>
              </a:effectLst>
              <a:uFillTx/>
              <a:latin typeface="Söhne"/>
            </a:endParaRPr>
          </a:p>
          <a:p>
            <a:pPr marL="457200" marR="0" lvl="1"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1" i="0" u="none" strike="noStrike" kern="1200" cap="none" spc="0" baseline="0">
              <a:solidFill>
                <a:srgbClr val="000000"/>
              </a:solidFill>
              <a:effectLst>
                <a:outerShdw dist="38096" dir="2700000">
                  <a:srgbClr val="000000"/>
                </a:outerShdw>
              </a:effectLst>
              <a:uFillTx/>
              <a:latin typeface="Söhne"/>
            </a:endParaRPr>
          </a:p>
          <a:p>
            <a:pPr marL="285750" marR="0" lvl="0" indent="-28575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Söhne"/>
              </a:rPr>
              <a:t>In summary, the scale factor in an MPC controller is important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Söhne"/>
              </a:rPr>
              <a:t>     for balancing control objectives, managing constraints,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Söhne"/>
              </a:rPr>
              <a:t>     optimizing performance and enhancing adaptability. It allows for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0" cap="none" spc="0" baseline="0">
                <a:solidFill>
                  <a:srgbClr val="000000"/>
                </a:solidFill>
                <a:uFillTx/>
                <a:latin typeface="Söhne"/>
              </a:rPr>
              <a:t>     </a:t>
            </a:r>
            <a:r>
              <a:rPr lang="en-US" sz="1800" b="0" i="0" u="none" strike="noStrike" kern="1200" cap="none" spc="0" baseline="0">
                <a:solidFill>
                  <a:srgbClr val="000000"/>
                </a:solidFill>
                <a:uFillTx/>
                <a:latin typeface="Söhne"/>
              </a:rPr>
              <a:t>fine-tuning the relative importance of objectives and constraints,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0" cap="none" spc="0" baseline="0">
                <a:solidFill>
                  <a:srgbClr val="000000"/>
                </a:solidFill>
                <a:uFillTx/>
                <a:latin typeface="Söhne"/>
              </a:rPr>
              <a:t>     </a:t>
            </a:r>
            <a:r>
              <a:rPr lang="en-US" sz="1800" b="0" i="0" u="none" strike="noStrike" kern="1200" cap="none" spc="0" baseline="0">
                <a:solidFill>
                  <a:srgbClr val="000000"/>
                </a:solidFill>
                <a:uFillTx/>
                <a:latin typeface="Söhne"/>
              </a:rPr>
              <a:t>leading to improved control performance and flexibility.</a:t>
            </a:r>
            <a:endParaRPr lang="en-US" sz="1800" b="1" i="0" u="none" strike="noStrike" kern="1200" cap="none" spc="0" baseline="0">
              <a:solidFill>
                <a:srgbClr val="000000"/>
              </a:solidFill>
              <a:effectLst>
                <a:outerShdw dist="38096" dir="2700000">
                  <a:srgbClr val="000000"/>
                </a:outerShdw>
              </a:effectLst>
              <a:uFillTx/>
              <a:latin typeface="Söhne"/>
            </a:endParaRPr>
          </a:p>
        </p:txBody>
      </p:sp>
      <p:pic>
        <p:nvPicPr>
          <p:cNvPr id="3" name="Picture 2" descr="A screenshot of a computer&#10;&#10;Description automatically generated with medium confidence">
            <a:extLst>
              <a:ext uri="{FF2B5EF4-FFF2-40B4-BE49-F238E27FC236}">
                <a16:creationId xmlns:a16="http://schemas.microsoft.com/office/drawing/2014/main" id="{AAEF4DF6-3942-6ACB-DA42-78E8247F3935}"/>
              </a:ext>
            </a:extLst>
          </p:cNvPr>
          <p:cNvPicPr>
            <a:picLocks noChangeAspect="1"/>
          </p:cNvPicPr>
          <p:nvPr/>
        </p:nvPicPr>
        <p:blipFill>
          <a:blip r:embed="rId2"/>
          <a:stretch>
            <a:fillRect/>
          </a:stretch>
        </p:blipFill>
        <p:spPr>
          <a:xfrm>
            <a:off x="6967727" y="2250137"/>
            <a:ext cx="4983480" cy="4336724"/>
          </a:xfrm>
          <a:prstGeom prst="rect">
            <a:avLst/>
          </a:prstGeom>
          <a:noFill/>
          <a:ln cap="flat">
            <a:noFill/>
          </a:ln>
        </p:spPr>
      </p:pic>
      <p:sp>
        <p:nvSpPr>
          <p:cNvPr id="4" name="Oval 3">
            <a:extLst>
              <a:ext uri="{FF2B5EF4-FFF2-40B4-BE49-F238E27FC236}">
                <a16:creationId xmlns:a16="http://schemas.microsoft.com/office/drawing/2014/main" id="{5EF5D10D-B733-5B88-B86A-33176938C10F}"/>
              </a:ext>
            </a:extLst>
          </p:cNvPr>
          <p:cNvSpPr/>
          <p:nvPr/>
        </p:nvSpPr>
        <p:spPr>
          <a:xfrm>
            <a:off x="10977307" y="2916131"/>
            <a:ext cx="809308" cy="87814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noFill/>
          <a:ln w="38103" cap="flat">
            <a:solidFill>
              <a:srgbClr val="FF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libri"/>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ircle(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 calcmode="lin" valueType="num">
                                      <p:cBhvr>
                                        <p:cTn id="12"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3"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 calcmode="lin" valueType="num">
                                      <p:cBhvr>
                                        <p:cTn id="16"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17" dur="500" fill="hold"/>
                                        <p:tgtEl>
                                          <p:spTgt spid="2">
                                            <p:txEl>
                                              <p:pRg st="4" end="4"/>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2">
                                            <p:txEl>
                                              <p:pRg st="6" end="6"/>
                                            </p:txEl>
                                          </p:spTgt>
                                        </p:tgtEl>
                                        <p:attrNameLst>
                                          <p:attrName>style.visibility</p:attrName>
                                        </p:attrNameLst>
                                      </p:cBhvr>
                                      <p:to>
                                        <p:strVal val="visible"/>
                                      </p:to>
                                    </p:set>
                                    <p:anim calcmode="lin" valueType="num">
                                      <p:cBhvr>
                                        <p:cTn id="20"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1" dur="500" fill="hold"/>
                                        <p:tgtEl>
                                          <p:spTgt spid="2">
                                            <p:txEl>
                                              <p:pRg st="6" end="6"/>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2">
                                            <p:txEl>
                                              <p:pRg st="7" end="7"/>
                                            </p:txEl>
                                          </p:spTgt>
                                        </p:tgtEl>
                                        <p:attrNameLst>
                                          <p:attrName>style.visibility</p:attrName>
                                        </p:attrNameLst>
                                      </p:cBhvr>
                                      <p:to>
                                        <p:strVal val="visible"/>
                                      </p:to>
                                    </p:set>
                                    <p:anim calcmode="lin" valueType="num">
                                      <p:cBhvr>
                                        <p:cTn id="24"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25" dur="500" fill="hold"/>
                                        <p:tgtEl>
                                          <p:spTgt spid="2">
                                            <p:txEl>
                                              <p:pRg st="7" end="7"/>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2">
                                            <p:txEl>
                                              <p:pRg st="8" end="8"/>
                                            </p:txEl>
                                          </p:spTgt>
                                        </p:tgtEl>
                                        <p:attrNameLst>
                                          <p:attrName>style.visibility</p:attrName>
                                        </p:attrNameLst>
                                      </p:cBhvr>
                                      <p:to>
                                        <p:strVal val="visible"/>
                                      </p:to>
                                    </p:set>
                                    <p:anim calcmode="lin" valueType="num">
                                      <p:cBhvr>
                                        <p:cTn id="28"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29" dur="500" fill="hold"/>
                                        <p:tgtEl>
                                          <p:spTgt spid="2">
                                            <p:txEl>
                                              <p:pRg st="8" end="8"/>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
                                            <p:txEl>
                                              <p:pRg st="9" end="9"/>
                                            </p:txEl>
                                          </p:spTgt>
                                        </p:tgtEl>
                                        <p:attrNameLst>
                                          <p:attrName>style.visibility</p:attrName>
                                        </p:attrNameLst>
                                      </p:cBhvr>
                                      <p:to>
                                        <p:strVal val="visible"/>
                                      </p:to>
                                    </p:set>
                                    <p:anim calcmode="lin" valueType="num">
                                      <p:cBhvr>
                                        <p:cTn id="32"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33" dur="500" fill="hold"/>
                                        <p:tgtEl>
                                          <p:spTgt spid="2">
                                            <p:txEl>
                                              <p:pRg st="9" end="9"/>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2">
                                            <p:txEl>
                                              <p:pRg st="15" end="15"/>
                                            </p:txEl>
                                          </p:spTgt>
                                        </p:tgtEl>
                                        <p:attrNameLst>
                                          <p:attrName>style.visibility</p:attrName>
                                        </p:attrNameLst>
                                      </p:cBhvr>
                                      <p:to>
                                        <p:strVal val="visible"/>
                                      </p:to>
                                    </p:set>
                                    <p:anim calcmode="lin" valueType="num">
                                      <p:cBhvr>
                                        <p:cTn id="36" dur="500" fill="hold"/>
                                        <p:tgtEl>
                                          <p:spTgt spid="2">
                                            <p:txEl>
                                              <p:pRg st="15" end="15"/>
                                            </p:txEl>
                                          </p:spTgt>
                                        </p:tgtEl>
                                        <p:attrNameLst>
                                          <p:attrName>ppt_x</p:attrName>
                                        </p:attrNameLst>
                                      </p:cBhvr>
                                      <p:tavLst>
                                        <p:tav tm="0">
                                          <p:val>
                                            <p:strVal val="#ppt_x"/>
                                          </p:val>
                                        </p:tav>
                                        <p:tav tm="100000">
                                          <p:val>
                                            <p:strVal val="#ppt_x"/>
                                          </p:val>
                                        </p:tav>
                                      </p:tavLst>
                                    </p:anim>
                                    <p:anim calcmode="lin" valueType="num">
                                      <p:cBhvr>
                                        <p:cTn id="37" dur="500" fill="hold"/>
                                        <p:tgtEl>
                                          <p:spTgt spid="2">
                                            <p:txEl>
                                              <p:pRg st="15" end="15"/>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2">
                                            <p:txEl>
                                              <p:pRg st="16" end="16"/>
                                            </p:txEl>
                                          </p:spTgt>
                                        </p:tgtEl>
                                        <p:attrNameLst>
                                          <p:attrName>style.visibility</p:attrName>
                                        </p:attrNameLst>
                                      </p:cBhvr>
                                      <p:to>
                                        <p:strVal val="visible"/>
                                      </p:to>
                                    </p:set>
                                    <p:anim calcmode="lin" valueType="num">
                                      <p:cBhvr>
                                        <p:cTn id="40" dur="500" fill="hold"/>
                                        <p:tgtEl>
                                          <p:spTgt spid="2">
                                            <p:txEl>
                                              <p:pRg st="16" end="16"/>
                                            </p:txEl>
                                          </p:spTgt>
                                        </p:tgtEl>
                                        <p:attrNameLst>
                                          <p:attrName>ppt_x</p:attrName>
                                        </p:attrNameLst>
                                      </p:cBhvr>
                                      <p:tavLst>
                                        <p:tav tm="0">
                                          <p:val>
                                            <p:strVal val="#ppt_x"/>
                                          </p:val>
                                        </p:tav>
                                        <p:tav tm="100000">
                                          <p:val>
                                            <p:strVal val="#ppt_x"/>
                                          </p:val>
                                        </p:tav>
                                      </p:tavLst>
                                    </p:anim>
                                    <p:anim calcmode="lin" valueType="num">
                                      <p:cBhvr>
                                        <p:cTn id="41" dur="500" fill="hold"/>
                                        <p:tgtEl>
                                          <p:spTgt spid="2">
                                            <p:txEl>
                                              <p:pRg st="16" end="16"/>
                                            </p:txEl>
                                          </p:spTgt>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2">
                                            <p:txEl>
                                              <p:pRg st="17" end="17"/>
                                            </p:txEl>
                                          </p:spTgt>
                                        </p:tgtEl>
                                        <p:attrNameLst>
                                          <p:attrName>style.visibility</p:attrName>
                                        </p:attrNameLst>
                                      </p:cBhvr>
                                      <p:to>
                                        <p:strVal val="visible"/>
                                      </p:to>
                                    </p:set>
                                    <p:anim calcmode="lin" valueType="num">
                                      <p:cBhvr>
                                        <p:cTn id="44" dur="500" fill="hold"/>
                                        <p:tgtEl>
                                          <p:spTgt spid="2">
                                            <p:txEl>
                                              <p:pRg st="17" end="17"/>
                                            </p:txEl>
                                          </p:spTgt>
                                        </p:tgtEl>
                                        <p:attrNameLst>
                                          <p:attrName>ppt_x</p:attrName>
                                        </p:attrNameLst>
                                      </p:cBhvr>
                                      <p:tavLst>
                                        <p:tav tm="0">
                                          <p:val>
                                            <p:strVal val="#ppt_x"/>
                                          </p:val>
                                        </p:tav>
                                        <p:tav tm="100000">
                                          <p:val>
                                            <p:strVal val="#ppt_x"/>
                                          </p:val>
                                        </p:tav>
                                      </p:tavLst>
                                    </p:anim>
                                    <p:anim calcmode="lin" valueType="num">
                                      <p:cBhvr>
                                        <p:cTn id="45" dur="500" fill="hold"/>
                                        <p:tgtEl>
                                          <p:spTgt spid="2">
                                            <p:txEl>
                                              <p:pRg st="17" end="17"/>
                                            </p:txEl>
                                          </p:spTgt>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2">
                                            <p:txEl>
                                              <p:pRg st="18" end="18"/>
                                            </p:txEl>
                                          </p:spTgt>
                                        </p:tgtEl>
                                        <p:attrNameLst>
                                          <p:attrName>style.visibility</p:attrName>
                                        </p:attrNameLst>
                                      </p:cBhvr>
                                      <p:to>
                                        <p:strVal val="visible"/>
                                      </p:to>
                                    </p:set>
                                    <p:anim calcmode="lin" valueType="num">
                                      <p:cBhvr>
                                        <p:cTn id="48" dur="500" fill="hold"/>
                                        <p:tgtEl>
                                          <p:spTgt spid="2">
                                            <p:txEl>
                                              <p:pRg st="18" end="18"/>
                                            </p:txEl>
                                          </p:spTgt>
                                        </p:tgtEl>
                                        <p:attrNameLst>
                                          <p:attrName>ppt_x</p:attrName>
                                        </p:attrNameLst>
                                      </p:cBhvr>
                                      <p:tavLst>
                                        <p:tav tm="0">
                                          <p:val>
                                            <p:strVal val="#ppt_x"/>
                                          </p:val>
                                        </p:tav>
                                        <p:tav tm="100000">
                                          <p:val>
                                            <p:strVal val="#ppt_x"/>
                                          </p:val>
                                        </p:tav>
                                      </p:tavLst>
                                    </p:anim>
                                    <p:anim calcmode="lin" valueType="num">
                                      <p:cBhvr>
                                        <p:cTn id="49" dur="500" fill="hold"/>
                                        <p:tgtEl>
                                          <p:spTgt spid="2">
                                            <p:txEl>
                                              <p:pRg st="18" end="18"/>
                                            </p:txEl>
                                          </p:spTgt>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2">
                                            <p:txEl>
                                              <p:pRg st="19" end="19"/>
                                            </p:txEl>
                                          </p:spTgt>
                                        </p:tgtEl>
                                        <p:attrNameLst>
                                          <p:attrName>style.visibility</p:attrName>
                                        </p:attrNameLst>
                                      </p:cBhvr>
                                      <p:to>
                                        <p:strVal val="visible"/>
                                      </p:to>
                                    </p:set>
                                    <p:anim calcmode="lin" valueType="num">
                                      <p:cBhvr>
                                        <p:cTn id="52" dur="500" fill="hold"/>
                                        <p:tgtEl>
                                          <p:spTgt spid="2">
                                            <p:txEl>
                                              <p:pRg st="19" end="19"/>
                                            </p:txEl>
                                          </p:spTgt>
                                        </p:tgtEl>
                                        <p:attrNameLst>
                                          <p:attrName>ppt_x</p:attrName>
                                        </p:attrNameLst>
                                      </p:cBhvr>
                                      <p:tavLst>
                                        <p:tav tm="0">
                                          <p:val>
                                            <p:strVal val="#ppt_x"/>
                                          </p:val>
                                        </p:tav>
                                        <p:tav tm="100000">
                                          <p:val>
                                            <p:strVal val="#ppt_x"/>
                                          </p:val>
                                        </p:tav>
                                      </p:tavLst>
                                    </p:anim>
                                    <p:anim calcmode="lin" valueType="num">
                                      <p:cBhvr>
                                        <p:cTn id="53" dur="500" fill="hold"/>
                                        <p:tgtEl>
                                          <p:spTgt spid="2">
                                            <p:txEl>
                                              <p:pRg st="19" end="19"/>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wipe(down)">
                                      <p:cBhvr>
                                        <p:cTn id="58" dur="500"/>
                                        <p:tgtEl>
                                          <p:spTgt spid="3"/>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wipe(down)">
                                      <p:cBhvr>
                                        <p:cTn id="6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29">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7DF4B88-BA82-7708-0669-B26E4EFC9B5E}"/>
              </a:ext>
            </a:extLst>
          </p:cNvPr>
          <p:cNvSpPr/>
          <p:nvPr/>
        </p:nvSpPr>
        <p:spPr>
          <a:xfrm>
            <a:off x="484503" y="612840"/>
            <a:ext cx="685800" cy="5632310"/>
          </a:xfrm>
          <a:prstGeom prst="rect">
            <a:avLst/>
          </a:prstGeom>
          <a:noFill/>
          <a:ln w="57150" cap="flat">
            <a:solidFill>
              <a:srgbClr val="B4C7E7"/>
            </a:solidFill>
            <a:prstDash val="solid"/>
            <a:miter/>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none" strike="noStrike" kern="1200" cap="none" spc="0" baseline="0">
                <a:solidFill>
                  <a:srgbClr val="262626"/>
                </a:solidFill>
                <a:effectLst>
                  <a:outerShdw dist="38096" dir="2700000">
                    <a:srgbClr val="5B9BD5"/>
                  </a:outerShdw>
                </a:effectLst>
                <a:uFillTx/>
                <a:latin typeface="Times New Roman" pitchFamily="18"/>
                <a:cs typeface="Times New Roman" pitchFamily="18"/>
              </a:rPr>
              <a:t>CONTROLLER</a:t>
            </a:r>
            <a:endParaRPr lang="en-IN" sz="3600" b="1" i="0" u="none" strike="noStrike" kern="1200" cap="none" spc="0" baseline="0">
              <a:solidFill>
                <a:srgbClr val="262626"/>
              </a:solidFill>
              <a:effectLst>
                <a:outerShdw dist="38096" dir="2700000">
                  <a:srgbClr val="5B9BD5"/>
                </a:outerShdw>
              </a:effectLst>
              <a:uFillTx/>
              <a:latin typeface="Calibri"/>
            </a:endParaRPr>
          </a:p>
        </p:txBody>
      </p:sp>
      <p:pic>
        <p:nvPicPr>
          <p:cNvPr id="3" name="Picture 4" descr="A screenshot of a diagram">
            <a:extLst>
              <a:ext uri="{FF2B5EF4-FFF2-40B4-BE49-F238E27FC236}">
                <a16:creationId xmlns:a16="http://schemas.microsoft.com/office/drawing/2014/main" id="{8E58BE3F-ED05-E4C8-ED81-EA0CAC0F0767}"/>
              </a:ext>
            </a:extLst>
          </p:cNvPr>
          <p:cNvPicPr>
            <a:picLocks noChangeAspect="1"/>
          </p:cNvPicPr>
          <p:nvPr/>
        </p:nvPicPr>
        <p:blipFill>
          <a:blip r:embed="rId2"/>
          <a:stretch>
            <a:fillRect/>
          </a:stretch>
        </p:blipFill>
        <p:spPr>
          <a:xfrm>
            <a:off x="2642615" y="198022"/>
            <a:ext cx="9226296" cy="6461945"/>
          </a:xfrm>
          <a:prstGeom prst="rect">
            <a:avLst/>
          </a:prstGeom>
          <a:noFill/>
          <a:ln cap="flat">
            <a:noFill/>
          </a:ln>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strVal val="0"/>
                                          </p:val>
                                        </p:tav>
                                        <p:tav tm="100000">
                                          <p:val>
                                            <p:strVal val="#ppt_w"/>
                                          </p:val>
                                        </p:tav>
                                      </p:tavLst>
                                    </p:anim>
                                    <p:anim calcmode="lin" valueType="num">
                                      <p:cBhvr>
                                        <p:cTn id="13" dur="500" fill="hold"/>
                                        <p:tgtEl>
                                          <p:spTgt spid="3"/>
                                        </p:tgtEl>
                                        <p:attrNameLst>
                                          <p:attrName>ppt_h</p:attrName>
                                        </p:attrNameLst>
                                      </p:cBhvr>
                                      <p:tavLst>
                                        <p:tav tm="0">
                                          <p:val>
                                            <p:strVal val="0"/>
                                          </p:val>
                                        </p:tav>
                                        <p:tav tm="100000">
                                          <p:val>
                                            <p:strVal val="#ppt_h"/>
                                          </p:val>
                                        </p:tav>
                                      </p:tavLst>
                                    </p:anim>
                                    <p:animEffect transition="in" filter="fade">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41">
    <p:spTree>
      <p:nvGrpSpPr>
        <p:cNvPr id="1" name=""/>
        <p:cNvGrpSpPr/>
        <p:nvPr/>
      </p:nvGrpSpPr>
      <p:grpSpPr>
        <a:xfrm>
          <a:off x="0" y="0"/>
          <a:ext cx="0" cy="0"/>
          <a:chOff x="0" y="0"/>
          <a:chExt cx="0" cy="0"/>
        </a:xfrm>
      </p:grpSpPr>
      <p:pic>
        <p:nvPicPr>
          <p:cNvPr id="2" name="Picture 2" descr="A screenshot of a computer&#10;&#10;Description automatically generated with medium confidence">
            <a:extLst>
              <a:ext uri="{FF2B5EF4-FFF2-40B4-BE49-F238E27FC236}">
                <a16:creationId xmlns:a16="http://schemas.microsoft.com/office/drawing/2014/main" id="{B5CECDD8-4DB3-42B8-F337-28086818EE3C}"/>
              </a:ext>
            </a:extLst>
          </p:cNvPr>
          <p:cNvPicPr>
            <a:picLocks noChangeAspect="1"/>
          </p:cNvPicPr>
          <p:nvPr/>
        </p:nvPicPr>
        <p:blipFill>
          <a:blip r:embed="rId2"/>
          <a:stretch>
            <a:fillRect/>
          </a:stretch>
        </p:blipFill>
        <p:spPr>
          <a:xfrm>
            <a:off x="261052" y="2365827"/>
            <a:ext cx="4603555" cy="4229465"/>
          </a:xfrm>
          <a:prstGeom prst="rect">
            <a:avLst/>
          </a:prstGeom>
          <a:noFill/>
          <a:ln cap="flat">
            <a:noFill/>
          </a:ln>
        </p:spPr>
      </p:pic>
      <p:pic>
        <p:nvPicPr>
          <p:cNvPr id="3" name="Picture 4" descr="A picture containing screenshot, multimedia software, software, graphics software&#10;&#10;Description automatically generated">
            <a:extLst>
              <a:ext uri="{FF2B5EF4-FFF2-40B4-BE49-F238E27FC236}">
                <a16:creationId xmlns:a16="http://schemas.microsoft.com/office/drawing/2014/main" id="{F4104BC2-B758-859A-B098-7AE729203CBA}"/>
              </a:ext>
            </a:extLst>
          </p:cNvPr>
          <p:cNvPicPr>
            <a:picLocks noChangeAspect="1"/>
          </p:cNvPicPr>
          <p:nvPr/>
        </p:nvPicPr>
        <p:blipFill>
          <a:blip r:embed="rId3"/>
          <a:stretch>
            <a:fillRect/>
          </a:stretch>
        </p:blipFill>
        <p:spPr>
          <a:xfrm>
            <a:off x="5088837" y="367616"/>
            <a:ext cx="6889830" cy="3996430"/>
          </a:xfrm>
          <a:prstGeom prst="rect">
            <a:avLst/>
          </a:prstGeom>
          <a:noFill/>
          <a:ln cap="flat">
            <a:noFill/>
          </a:ln>
        </p:spPr>
      </p:pic>
      <p:sp>
        <p:nvSpPr>
          <p:cNvPr id="4" name="Rectangle 5">
            <a:extLst>
              <a:ext uri="{FF2B5EF4-FFF2-40B4-BE49-F238E27FC236}">
                <a16:creationId xmlns:a16="http://schemas.microsoft.com/office/drawing/2014/main" id="{CC178136-D7F4-3775-5994-147F224CE66D}"/>
              </a:ext>
            </a:extLst>
          </p:cNvPr>
          <p:cNvSpPr/>
          <p:nvPr/>
        </p:nvSpPr>
        <p:spPr>
          <a:xfrm>
            <a:off x="199320" y="280995"/>
            <a:ext cx="4130363" cy="1200332"/>
          </a:xfrm>
          <a:prstGeom prst="rect">
            <a:avLst/>
          </a:prstGeom>
          <a:noFill/>
          <a:ln cap="flat">
            <a:noFill/>
            <a:prstDash val="solid"/>
          </a:ln>
        </p:spPr>
        <p:txBody>
          <a:bodyPr vert="horz" wrap="non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IF WE KEEP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SCALE FACTOR:1</a:t>
            </a:r>
          </a:p>
        </p:txBody>
      </p:sp>
      <p:sp>
        <p:nvSpPr>
          <p:cNvPr id="5" name="Rectangle 6">
            <a:extLst>
              <a:ext uri="{FF2B5EF4-FFF2-40B4-BE49-F238E27FC236}">
                <a16:creationId xmlns:a16="http://schemas.microsoft.com/office/drawing/2014/main" id="{1DE08473-D095-8604-EDF8-94FF16587E07}"/>
              </a:ext>
            </a:extLst>
          </p:cNvPr>
          <p:cNvSpPr/>
          <p:nvPr/>
        </p:nvSpPr>
        <p:spPr>
          <a:xfrm>
            <a:off x="5210799" y="5756257"/>
            <a:ext cx="6645923" cy="584777"/>
          </a:xfrm>
          <a:prstGeom prst="rect">
            <a:avLst/>
          </a:prstGeom>
          <a:noFill/>
          <a:ln cap="flat">
            <a:noFill/>
            <a:prstDash val="solid"/>
          </a:ln>
        </p:spPr>
        <p:txBody>
          <a:bodyPr vert="horz" wrap="non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2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WE GOT THIS POSITION GRAPH</a:t>
            </a:r>
          </a:p>
        </p:txBody>
      </p:sp>
      <p:sp>
        <p:nvSpPr>
          <p:cNvPr id="6" name="Flowchart: Connector 8">
            <a:extLst>
              <a:ext uri="{FF2B5EF4-FFF2-40B4-BE49-F238E27FC236}">
                <a16:creationId xmlns:a16="http://schemas.microsoft.com/office/drawing/2014/main" id="{1BEED6FB-1B1D-CEF5-7187-4737DCFD5119}"/>
              </a:ext>
            </a:extLst>
          </p:cNvPr>
          <p:cNvSpPr/>
          <p:nvPr/>
        </p:nvSpPr>
        <p:spPr>
          <a:xfrm>
            <a:off x="3693929" y="3028821"/>
            <a:ext cx="731520" cy="80034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sp>
        <p:nvSpPr>
          <p:cNvPr id="7" name="Flowchart: Connector 9">
            <a:extLst>
              <a:ext uri="{FF2B5EF4-FFF2-40B4-BE49-F238E27FC236}">
                <a16:creationId xmlns:a16="http://schemas.microsoft.com/office/drawing/2014/main" id="{F2DC0C5A-B862-B88D-EA5A-097A57A9422C}"/>
              </a:ext>
            </a:extLst>
          </p:cNvPr>
          <p:cNvSpPr/>
          <p:nvPr/>
        </p:nvSpPr>
        <p:spPr>
          <a:xfrm>
            <a:off x="3918158" y="3028821"/>
            <a:ext cx="731520" cy="80034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noFill/>
          <a:ln w="28575" cap="flat">
            <a:solidFill>
              <a:srgbClr val="FF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libri"/>
            </a:endParaRPr>
          </a:p>
        </p:txBody>
      </p:sp>
      <p:cxnSp>
        <p:nvCxnSpPr>
          <p:cNvPr id="8" name="Straight Arrow Connector 11">
            <a:extLst>
              <a:ext uri="{FF2B5EF4-FFF2-40B4-BE49-F238E27FC236}">
                <a16:creationId xmlns:a16="http://schemas.microsoft.com/office/drawing/2014/main" id="{904F9685-C222-2D62-1901-3E1C18F36D8D}"/>
              </a:ext>
            </a:extLst>
          </p:cNvPr>
          <p:cNvCxnSpPr>
            <a:stCxn id="4" idx="2"/>
          </p:cNvCxnSpPr>
          <p:nvPr/>
        </p:nvCxnSpPr>
        <p:spPr>
          <a:xfrm>
            <a:off x="2264502" y="1481328"/>
            <a:ext cx="1721788" cy="1547493"/>
          </a:xfrm>
          <a:prstGeom prst="straightConnector1">
            <a:avLst/>
          </a:prstGeom>
          <a:noFill/>
          <a:ln w="38103" cap="flat">
            <a:solidFill>
              <a:srgbClr val="FF0000"/>
            </a:solidFill>
            <a:prstDash val="solid"/>
            <a:miter/>
            <a:tailEnd type="arrow"/>
          </a:ln>
        </p:spPr>
      </p:cxnSp>
      <p:cxnSp>
        <p:nvCxnSpPr>
          <p:cNvPr id="9" name="Straight Arrow Connector 15">
            <a:extLst>
              <a:ext uri="{FF2B5EF4-FFF2-40B4-BE49-F238E27FC236}">
                <a16:creationId xmlns:a16="http://schemas.microsoft.com/office/drawing/2014/main" id="{1E7D4BE3-4E5E-099A-B22B-E30F932DD02D}"/>
              </a:ext>
            </a:extLst>
          </p:cNvPr>
          <p:cNvCxnSpPr/>
          <p:nvPr/>
        </p:nvCxnSpPr>
        <p:spPr>
          <a:xfrm flipV="1">
            <a:off x="8533756" y="4480560"/>
            <a:ext cx="0" cy="1088136"/>
          </a:xfrm>
          <a:prstGeom prst="straightConnector1">
            <a:avLst/>
          </a:prstGeom>
          <a:noFill/>
          <a:ln w="38103" cap="flat">
            <a:solidFill>
              <a:srgbClr val="FF0000"/>
            </a:solidFill>
            <a:prstDash val="solid"/>
            <a:miter/>
            <a:tailEnd type="arrow"/>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100000">
                                          <p:val>
                                            <p:strVal val="#ppt_x"/>
                                          </p:val>
                                        </p:tav>
                                      </p:tavLst>
                                    </p:anim>
                                    <p:anim calcmode="lin" valueType="num">
                                      <p:cBhvr>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ppt_x</p:attrName>
                                        </p:attrNameLst>
                                      </p:cBhvr>
                                      <p:tavLst>
                                        <p:tav tm="0">
                                          <p:val>
                                            <p:strVal val="#ppt_x"/>
                                          </p:val>
                                        </p:tav>
                                        <p:tav tm="100000">
                                          <p:val>
                                            <p:strVal val="#ppt_x"/>
                                          </p:val>
                                        </p:tav>
                                      </p:tavLst>
                                    </p:anim>
                                    <p:anim calcmode="lin" valueType="num">
                                      <p:cBhvr>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ppt_x</p:attrName>
                                        </p:attrNameLst>
                                      </p:cBhvr>
                                      <p:tavLst>
                                        <p:tav tm="0">
                                          <p:val>
                                            <p:strVal val="#ppt_x"/>
                                          </p:val>
                                        </p:tav>
                                        <p:tav tm="100000">
                                          <p:val>
                                            <p:strVal val="#ppt_x"/>
                                          </p:val>
                                        </p:tav>
                                      </p:tavLst>
                                    </p:anim>
                                    <p:anim calcmode="lin" valueType="num">
                                      <p:cBhvr>
                                        <p:cTn id="16" dur="500" fill="hold"/>
                                        <p:tgtEl>
                                          <p:spTgt spid="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down)">
                                      <p:cBhvr>
                                        <p:cTn id="25" dur="500"/>
                                        <p:tgtEl>
                                          <p:spTgt spid="3"/>
                                        </p:tgtEl>
                                      </p:cBhvr>
                                    </p:animEffect>
                                  </p:childTnLst>
                                </p:cTn>
                              </p:par>
                              <p:par>
                                <p:cTn id="26" presetID="22" presetClass="entr" presetSubtype="4"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down)">
                                      <p:cBhvr>
                                        <p:cTn id="28" dur="500"/>
                                        <p:tgtEl>
                                          <p:spTgt spid="9"/>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down)">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44">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05A43BD7-7504-5E67-E708-73540754F56E}"/>
              </a:ext>
            </a:extLst>
          </p:cNvPr>
          <p:cNvSpPr/>
          <p:nvPr/>
        </p:nvSpPr>
        <p:spPr>
          <a:xfrm>
            <a:off x="199320" y="280995"/>
            <a:ext cx="4130363" cy="1200332"/>
          </a:xfrm>
          <a:prstGeom prst="rect">
            <a:avLst/>
          </a:prstGeom>
          <a:noFill/>
          <a:ln cap="flat">
            <a:noFill/>
            <a:prstDash val="solid"/>
          </a:ln>
        </p:spPr>
        <p:txBody>
          <a:bodyPr vert="horz" wrap="non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IF WE KEEP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SCALE FACTOR:5</a:t>
            </a:r>
          </a:p>
        </p:txBody>
      </p:sp>
      <p:sp>
        <p:nvSpPr>
          <p:cNvPr id="3" name="Rectangle 6">
            <a:extLst>
              <a:ext uri="{FF2B5EF4-FFF2-40B4-BE49-F238E27FC236}">
                <a16:creationId xmlns:a16="http://schemas.microsoft.com/office/drawing/2014/main" id="{9E66BF69-C009-28D6-144F-492FF5FF6E17}"/>
              </a:ext>
            </a:extLst>
          </p:cNvPr>
          <p:cNvSpPr/>
          <p:nvPr/>
        </p:nvSpPr>
        <p:spPr>
          <a:xfrm>
            <a:off x="5210799" y="5756257"/>
            <a:ext cx="6645923" cy="584777"/>
          </a:xfrm>
          <a:prstGeom prst="rect">
            <a:avLst/>
          </a:prstGeom>
          <a:noFill/>
          <a:ln cap="flat">
            <a:noFill/>
            <a:prstDash val="solid"/>
          </a:ln>
        </p:spPr>
        <p:txBody>
          <a:bodyPr vert="horz" wrap="non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2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WE GOT THIS POSITION GRAPH</a:t>
            </a:r>
          </a:p>
        </p:txBody>
      </p:sp>
      <p:sp>
        <p:nvSpPr>
          <p:cNvPr id="4" name="Flowchart: Connector 8">
            <a:extLst>
              <a:ext uri="{FF2B5EF4-FFF2-40B4-BE49-F238E27FC236}">
                <a16:creationId xmlns:a16="http://schemas.microsoft.com/office/drawing/2014/main" id="{FD9D9D7B-1F67-FAA6-4695-3BF6F331939F}"/>
              </a:ext>
            </a:extLst>
          </p:cNvPr>
          <p:cNvSpPr/>
          <p:nvPr/>
        </p:nvSpPr>
        <p:spPr>
          <a:xfrm>
            <a:off x="3693929" y="3028821"/>
            <a:ext cx="731520" cy="80034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FFFFFF"/>
              </a:solidFill>
              <a:uFillTx/>
              <a:latin typeface="Calibri"/>
            </a:endParaRPr>
          </a:p>
        </p:txBody>
      </p:sp>
      <p:cxnSp>
        <p:nvCxnSpPr>
          <p:cNvPr id="5" name="Straight Arrow Connector 15">
            <a:extLst>
              <a:ext uri="{FF2B5EF4-FFF2-40B4-BE49-F238E27FC236}">
                <a16:creationId xmlns:a16="http://schemas.microsoft.com/office/drawing/2014/main" id="{7C1273A9-40BA-B1CA-B03E-FADF21DF75A2}"/>
              </a:ext>
            </a:extLst>
          </p:cNvPr>
          <p:cNvCxnSpPr/>
          <p:nvPr/>
        </p:nvCxnSpPr>
        <p:spPr>
          <a:xfrm flipV="1">
            <a:off x="8524612" y="4668121"/>
            <a:ext cx="0" cy="1088136"/>
          </a:xfrm>
          <a:prstGeom prst="straightConnector1">
            <a:avLst/>
          </a:prstGeom>
          <a:noFill/>
          <a:ln w="38103" cap="flat">
            <a:solidFill>
              <a:srgbClr val="FF0000"/>
            </a:solidFill>
            <a:prstDash val="solid"/>
            <a:miter/>
            <a:tailEnd type="arrow"/>
          </a:ln>
        </p:spPr>
      </p:cxnSp>
      <p:pic>
        <p:nvPicPr>
          <p:cNvPr id="6" name="Picture 3" descr="A screenshot of a program&#10;&#10;Description automatically generated with medium confidence">
            <a:extLst>
              <a:ext uri="{FF2B5EF4-FFF2-40B4-BE49-F238E27FC236}">
                <a16:creationId xmlns:a16="http://schemas.microsoft.com/office/drawing/2014/main" id="{674A746A-1928-5E0C-B1AE-1A13CD4BC2DB}"/>
              </a:ext>
            </a:extLst>
          </p:cNvPr>
          <p:cNvPicPr>
            <a:picLocks noChangeAspect="1"/>
          </p:cNvPicPr>
          <p:nvPr/>
        </p:nvPicPr>
        <p:blipFill>
          <a:blip r:embed="rId2"/>
          <a:stretch>
            <a:fillRect/>
          </a:stretch>
        </p:blipFill>
        <p:spPr>
          <a:xfrm>
            <a:off x="210156" y="2243891"/>
            <a:ext cx="4489704" cy="4473327"/>
          </a:xfrm>
          <a:prstGeom prst="rect">
            <a:avLst/>
          </a:prstGeom>
          <a:noFill/>
          <a:ln cap="flat">
            <a:noFill/>
          </a:ln>
        </p:spPr>
      </p:pic>
      <p:sp>
        <p:nvSpPr>
          <p:cNvPr id="7" name="Flowchart: Connector 7">
            <a:extLst>
              <a:ext uri="{FF2B5EF4-FFF2-40B4-BE49-F238E27FC236}">
                <a16:creationId xmlns:a16="http://schemas.microsoft.com/office/drawing/2014/main" id="{6E272060-8A70-0806-E3DA-020CD9057452}"/>
              </a:ext>
            </a:extLst>
          </p:cNvPr>
          <p:cNvSpPr/>
          <p:nvPr/>
        </p:nvSpPr>
        <p:spPr>
          <a:xfrm>
            <a:off x="3693929" y="3159005"/>
            <a:ext cx="841494" cy="80034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noFill/>
          <a:ln w="28575" cap="flat">
            <a:solidFill>
              <a:srgbClr val="FF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libri"/>
            </a:endParaRPr>
          </a:p>
        </p:txBody>
      </p:sp>
      <p:cxnSp>
        <p:nvCxnSpPr>
          <p:cNvPr id="8" name="Straight Arrow Connector 12">
            <a:extLst>
              <a:ext uri="{FF2B5EF4-FFF2-40B4-BE49-F238E27FC236}">
                <a16:creationId xmlns:a16="http://schemas.microsoft.com/office/drawing/2014/main" id="{305C9E30-8B3A-3010-E6B9-860C941C8B4B}"/>
              </a:ext>
            </a:extLst>
          </p:cNvPr>
          <p:cNvCxnSpPr>
            <a:stCxn id="2" idx="2"/>
          </p:cNvCxnSpPr>
          <p:nvPr/>
        </p:nvCxnSpPr>
        <p:spPr>
          <a:xfrm>
            <a:off x="2264502" y="1481328"/>
            <a:ext cx="1429427" cy="1547493"/>
          </a:xfrm>
          <a:prstGeom prst="straightConnector1">
            <a:avLst/>
          </a:prstGeom>
          <a:noFill/>
          <a:ln w="28575" cap="flat">
            <a:solidFill>
              <a:srgbClr val="FF0000"/>
            </a:solidFill>
            <a:prstDash val="solid"/>
            <a:miter/>
            <a:tailEnd type="arrow"/>
          </a:ln>
        </p:spPr>
      </p:cxnSp>
      <p:pic>
        <p:nvPicPr>
          <p:cNvPr id="9" name="Picture 14" descr="A screen shot of a graph&#10;&#10;Description automatically generated with medium confidence">
            <a:extLst>
              <a:ext uri="{FF2B5EF4-FFF2-40B4-BE49-F238E27FC236}">
                <a16:creationId xmlns:a16="http://schemas.microsoft.com/office/drawing/2014/main" id="{D6402C66-14BC-09D2-AEA6-A38C829370C6}"/>
              </a:ext>
            </a:extLst>
          </p:cNvPr>
          <p:cNvPicPr>
            <a:picLocks noChangeAspect="1"/>
          </p:cNvPicPr>
          <p:nvPr/>
        </p:nvPicPr>
        <p:blipFill>
          <a:blip r:embed="rId3"/>
          <a:stretch>
            <a:fillRect/>
          </a:stretch>
        </p:blipFill>
        <p:spPr>
          <a:xfrm>
            <a:off x="4901183" y="247445"/>
            <a:ext cx="7077483" cy="4420675"/>
          </a:xfrm>
          <a:prstGeom prst="rect">
            <a:avLst/>
          </a:prstGeom>
          <a:noFill/>
          <a:ln cap="flat">
            <a:noFill/>
          </a:ln>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par>
                                <p:cTn id="8" presetID="6" presetClass="entr" presetSubtype="16"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ircle(in)">
                                      <p:cBhvr>
                                        <p:cTn id="10" dur="2000"/>
                                        <p:tgtEl>
                                          <p:spTgt spid="5"/>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circle(in)">
                                      <p:cBhvr>
                                        <p:cTn id="1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name="Slide34">
    <p:spTree>
      <p:nvGrpSpPr>
        <p:cNvPr id="1" name=""/>
        <p:cNvGrpSpPr/>
        <p:nvPr/>
      </p:nvGrpSpPr>
      <p:grpSpPr>
        <a:xfrm>
          <a:off x="0" y="0"/>
          <a:ext cx="0" cy="0"/>
          <a:chOff x="0" y="0"/>
          <a:chExt cx="0" cy="0"/>
        </a:xfrm>
      </p:grpSpPr>
      <p:pic>
        <p:nvPicPr>
          <p:cNvPr id="2" name="Picture 3" descr="A graph on a black background&#10;&#10;Description automatically generated with low confidence">
            <a:extLst>
              <a:ext uri="{FF2B5EF4-FFF2-40B4-BE49-F238E27FC236}">
                <a16:creationId xmlns:a16="http://schemas.microsoft.com/office/drawing/2014/main" id="{58B33493-ACCD-FB8B-9DAB-D6FFF3192BDB}"/>
              </a:ext>
            </a:extLst>
          </p:cNvPr>
          <p:cNvPicPr>
            <a:picLocks noChangeAspect="1"/>
          </p:cNvPicPr>
          <p:nvPr/>
        </p:nvPicPr>
        <p:blipFill>
          <a:blip r:embed="rId2"/>
          <a:stretch>
            <a:fillRect/>
          </a:stretch>
        </p:blipFill>
        <p:spPr>
          <a:xfrm>
            <a:off x="4991910" y="280995"/>
            <a:ext cx="6858000" cy="4498848"/>
          </a:xfrm>
          <a:prstGeom prst="rect">
            <a:avLst/>
          </a:prstGeom>
          <a:solidFill>
            <a:srgbClr val="336600">
              <a:alpha val="50196"/>
            </a:srgbClr>
          </a:solidFill>
          <a:ln cap="flat">
            <a:noFill/>
          </a:ln>
        </p:spPr>
      </p:pic>
      <p:pic>
        <p:nvPicPr>
          <p:cNvPr id="3" name="Picture 4" descr="A screenshot of a computer&#10;&#10;Description automatically generated with medium confidence">
            <a:extLst>
              <a:ext uri="{FF2B5EF4-FFF2-40B4-BE49-F238E27FC236}">
                <a16:creationId xmlns:a16="http://schemas.microsoft.com/office/drawing/2014/main" id="{E4BEDA35-1F8B-4B17-0C88-0B2876C568C3}"/>
              </a:ext>
            </a:extLst>
          </p:cNvPr>
          <p:cNvPicPr>
            <a:picLocks noChangeAspect="1"/>
          </p:cNvPicPr>
          <p:nvPr/>
        </p:nvPicPr>
        <p:blipFill>
          <a:blip r:embed="rId3"/>
          <a:stretch>
            <a:fillRect/>
          </a:stretch>
        </p:blipFill>
        <p:spPr>
          <a:xfrm>
            <a:off x="183346" y="2422327"/>
            <a:ext cx="4808564" cy="4340611"/>
          </a:xfrm>
          <a:prstGeom prst="rect">
            <a:avLst/>
          </a:prstGeom>
          <a:noFill/>
          <a:ln cap="flat">
            <a:noFill/>
          </a:ln>
        </p:spPr>
      </p:pic>
      <p:sp>
        <p:nvSpPr>
          <p:cNvPr id="4" name="Rectangle 5">
            <a:extLst>
              <a:ext uri="{FF2B5EF4-FFF2-40B4-BE49-F238E27FC236}">
                <a16:creationId xmlns:a16="http://schemas.microsoft.com/office/drawing/2014/main" id="{69F861C4-8436-9858-3A9C-A15E4A6B12FE}"/>
              </a:ext>
            </a:extLst>
          </p:cNvPr>
          <p:cNvSpPr/>
          <p:nvPr/>
        </p:nvSpPr>
        <p:spPr>
          <a:xfrm>
            <a:off x="83905" y="280995"/>
            <a:ext cx="4361194" cy="1200332"/>
          </a:xfrm>
          <a:prstGeom prst="rect">
            <a:avLst/>
          </a:prstGeom>
          <a:noFill/>
          <a:ln cap="flat">
            <a:noFill/>
            <a:prstDash val="solid"/>
          </a:ln>
        </p:spPr>
        <p:txBody>
          <a:bodyPr vert="horz" wrap="non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IF WE KEEP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SCALE FACTOR:10</a:t>
            </a:r>
          </a:p>
        </p:txBody>
      </p:sp>
      <p:sp>
        <p:nvSpPr>
          <p:cNvPr id="5" name="Rectangle 6">
            <a:extLst>
              <a:ext uri="{FF2B5EF4-FFF2-40B4-BE49-F238E27FC236}">
                <a16:creationId xmlns:a16="http://schemas.microsoft.com/office/drawing/2014/main" id="{AD21120E-3E61-23B2-204C-34BB282F027A}"/>
              </a:ext>
            </a:extLst>
          </p:cNvPr>
          <p:cNvSpPr/>
          <p:nvPr/>
        </p:nvSpPr>
        <p:spPr>
          <a:xfrm>
            <a:off x="5272402" y="5961156"/>
            <a:ext cx="6645923" cy="584777"/>
          </a:xfrm>
          <a:prstGeom prst="rect">
            <a:avLst/>
          </a:prstGeom>
          <a:noFill/>
          <a:ln cap="flat">
            <a:noFill/>
            <a:prstDash val="solid"/>
          </a:ln>
        </p:spPr>
        <p:txBody>
          <a:bodyPr vert="horz" wrap="non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2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WE GOT THIS POSITION GRAPH</a:t>
            </a:r>
          </a:p>
        </p:txBody>
      </p:sp>
      <p:cxnSp>
        <p:nvCxnSpPr>
          <p:cNvPr id="6" name="Straight Arrow Connector 7">
            <a:extLst>
              <a:ext uri="{FF2B5EF4-FFF2-40B4-BE49-F238E27FC236}">
                <a16:creationId xmlns:a16="http://schemas.microsoft.com/office/drawing/2014/main" id="{03BBB61F-2030-76DE-C1EB-0367BEA4267C}"/>
              </a:ext>
            </a:extLst>
          </p:cNvPr>
          <p:cNvCxnSpPr/>
          <p:nvPr/>
        </p:nvCxnSpPr>
        <p:spPr>
          <a:xfrm flipV="1">
            <a:off x="8420910" y="4873020"/>
            <a:ext cx="0" cy="1088136"/>
          </a:xfrm>
          <a:prstGeom prst="straightConnector1">
            <a:avLst/>
          </a:prstGeom>
          <a:noFill/>
          <a:ln w="38103" cap="flat">
            <a:solidFill>
              <a:srgbClr val="FF0000"/>
            </a:solidFill>
            <a:prstDash val="solid"/>
            <a:miter/>
            <a:tailEnd type="arrow"/>
          </a:ln>
        </p:spPr>
      </p:cxnSp>
      <p:sp>
        <p:nvSpPr>
          <p:cNvPr id="7" name="Flowchart: Connector 8">
            <a:extLst>
              <a:ext uri="{FF2B5EF4-FFF2-40B4-BE49-F238E27FC236}">
                <a16:creationId xmlns:a16="http://schemas.microsoft.com/office/drawing/2014/main" id="{19F777BF-7CE2-5617-C2B0-26238DC0E338}"/>
              </a:ext>
            </a:extLst>
          </p:cNvPr>
          <p:cNvSpPr/>
          <p:nvPr/>
        </p:nvSpPr>
        <p:spPr>
          <a:xfrm>
            <a:off x="3822191" y="3145536"/>
            <a:ext cx="768096" cy="87782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noFill/>
          <a:ln w="28575" cap="flat">
            <a:solidFill>
              <a:srgbClr val="FF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libri"/>
            </a:endParaRPr>
          </a:p>
        </p:txBody>
      </p:sp>
      <p:cxnSp>
        <p:nvCxnSpPr>
          <p:cNvPr id="8" name="Straight Arrow Connector 10">
            <a:extLst>
              <a:ext uri="{FF2B5EF4-FFF2-40B4-BE49-F238E27FC236}">
                <a16:creationId xmlns:a16="http://schemas.microsoft.com/office/drawing/2014/main" id="{E3C534DD-51CD-F3FB-1CAB-52C37F2F768E}"/>
              </a:ext>
            </a:extLst>
          </p:cNvPr>
          <p:cNvCxnSpPr>
            <a:stCxn id="4" idx="2"/>
          </p:cNvCxnSpPr>
          <p:nvPr/>
        </p:nvCxnSpPr>
        <p:spPr>
          <a:xfrm>
            <a:off x="2264502" y="1481328"/>
            <a:ext cx="1639986" cy="1664208"/>
          </a:xfrm>
          <a:prstGeom prst="straightConnector1">
            <a:avLst/>
          </a:prstGeom>
          <a:noFill/>
          <a:ln w="38103" cap="flat">
            <a:solidFill>
              <a:srgbClr val="FF0000"/>
            </a:solidFill>
            <a:prstDash val="solid"/>
            <a:miter/>
            <a:tailEnd type="arrow"/>
          </a:ln>
        </p:spPr>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1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1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1000" fill="hold"/>
                                        <p:tgtEl>
                                          <p:spTgt spid="2"/>
                                        </p:tgtEl>
                                        <p:attrNameLst>
                                          <p:attrName>ppt_w</p:attrName>
                                        </p:attrNameLst>
                                      </p:cBhvr>
                                      <p:tavLst>
                                        <p:tav tm="0">
                                          <p:val>
                                            <p:strVal val="0"/>
                                          </p:val>
                                        </p:tav>
                                        <p:tav tm="100000">
                                          <p:val>
                                            <p:strVal val="#ppt_w"/>
                                          </p:val>
                                        </p:tav>
                                      </p:tavLst>
                                    </p:anim>
                                    <p:anim calcmode="lin" valueType="num">
                                      <p:cBhvr>
                                        <p:cTn id="22" dur="1000" fill="hold"/>
                                        <p:tgtEl>
                                          <p:spTgt spid="2"/>
                                        </p:tgtEl>
                                        <p:attrNameLst>
                                          <p:attrName>ppt_h</p:attrName>
                                        </p:attrNameLst>
                                      </p:cBhvr>
                                      <p:tavLst>
                                        <p:tav tm="0">
                                          <p:val>
                                            <p:strVal val="0"/>
                                          </p:val>
                                        </p:tav>
                                        <p:tav tm="100000">
                                          <p:val>
                                            <p:strVal val="#ppt_h"/>
                                          </p:val>
                                        </p:tav>
                                      </p:tavLst>
                                    </p:anim>
                                    <p:anim calcmode="lin" valueType="num">
                                      <p:cBhvr>
                                        <p:cTn id="23" dur="1000" fill="hold"/>
                                        <p:tgtEl>
                                          <p:spTgt spid="2"/>
                                        </p:tgtEl>
                                        <p:attrNameLst>
                                          <p:attrName>r</p:attrName>
                                        </p:attrNameLst>
                                      </p:cBhvr>
                                      <p:tavLst>
                                        <p:tav tm="0">
                                          <p:val>
                                            <p:strVal val="90"/>
                                          </p:val>
                                        </p:tav>
                                        <p:tav tm="100000">
                                          <p:val>
                                            <p:strVal val="0"/>
                                          </p:val>
                                        </p:tav>
                                      </p:tavLst>
                                    </p:anim>
                                    <p:animEffect transition="in" filter="fade">
                                      <p:cBhvr>
                                        <p:cTn id="24" dur="1000"/>
                                        <p:tgtEl>
                                          <p:spTgt spid="2"/>
                                        </p:tgtEl>
                                      </p:cBhvr>
                                    </p:animEffect>
                                  </p:childTnLst>
                                </p:cTn>
                              </p:par>
                              <p:par>
                                <p:cTn id="25" presetID="3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1000" fill="hold"/>
                                        <p:tgtEl>
                                          <p:spTgt spid="6"/>
                                        </p:tgtEl>
                                        <p:attrNameLst>
                                          <p:attrName>ppt_w</p:attrName>
                                        </p:attrNameLst>
                                      </p:cBhvr>
                                      <p:tavLst>
                                        <p:tav tm="0">
                                          <p:val>
                                            <p:strVal val="0"/>
                                          </p:val>
                                        </p:tav>
                                        <p:tav tm="100000">
                                          <p:val>
                                            <p:strVal val="#ppt_w"/>
                                          </p:val>
                                        </p:tav>
                                      </p:tavLst>
                                    </p:anim>
                                    <p:anim calcmode="lin" valueType="num">
                                      <p:cBhvr>
                                        <p:cTn id="28" dur="1000" fill="hold"/>
                                        <p:tgtEl>
                                          <p:spTgt spid="6"/>
                                        </p:tgtEl>
                                        <p:attrNameLst>
                                          <p:attrName>ppt_h</p:attrName>
                                        </p:attrNameLst>
                                      </p:cBhvr>
                                      <p:tavLst>
                                        <p:tav tm="0">
                                          <p:val>
                                            <p:strVal val="0"/>
                                          </p:val>
                                        </p:tav>
                                        <p:tav tm="100000">
                                          <p:val>
                                            <p:strVal val="#ppt_h"/>
                                          </p:val>
                                        </p:tav>
                                      </p:tavLst>
                                    </p:anim>
                                    <p:anim calcmode="lin" valueType="num">
                                      <p:cBhvr>
                                        <p:cTn id="29" dur="1000" fill="hold"/>
                                        <p:tgtEl>
                                          <p:spTgt spid="6"/>
                                        </p:tgtEl>
                                        <p:attrNameLst>
                                          <p:attrName>r</p:attrName>
                                        </p:attrNameLst>
                                      </p:cBhvr>
                                      <p:tavLst>
                                        <p:tav tm="0">
                                          <p:val>
                                            <p:strVal val="90"/>
                                          </p:val>
                                        </p:tav>
                                        <p:tav tm="100000">
                                          <p:val>
                                            <p:strVal val="0"/>
                                          </p:val>
                                        </p:tav>
                                      </p:tavLst>
                                    </p:anim>
                                    <p:animEffect transition="in" filter="fade">
                                      <p:cBhvr>
                                        <p:cTn id="30" dur="1000"/>
                                        <p:tgtEl>
                                          <p:spTgt spid="6"/>
                                        </p:tgtEl>
                                      </p:cBhvr>
                                    </p:animEffect>
                                  </p:childTnLst>
                                </p:cTn>
                              </p:par>
                              <p:par>
                                <p:cTn id="31" presetID="3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p:cTn id="33" dur="1000" fill="hold"/>
                                        <p:tgtEl>
                                          <p:spTgt spid="5"/>
                                        </p:tgtEl>
                                        <p:attrNameLst>
                                          <p:attrName>ppt_w</p:attrName>
                                        </p:attrNameLst>
                                      </p:cBhvr>
                                      <p:tavLst>
                                        <p:tav tm="0">
                                          <p:val>
                                            <p:strVal val="0"/>
                                          </p:val>
                                        </p:tav>
                                        <p:tav tm="100000">
                                          <p:val>
                                            <p:strVal val="#ppt_w"/>
                                          </p:val>
                                        </p:tav>
                                      </p:tavLst>
                                    </p:anim>
                                    <p:anim calcmode="lin" valueType="num">
                                      <p:cBhvr>
                                        <p:cTn id="34" dur="1000" fill="hold"/>
                                        <p:tgtEl>
                                          <p:spTgt spid="5"/>
                                        </p:tgtEl>
                                        <p:attrNameLst>
                                          <p:attrName>ppt_h</p:attrName>
                                        </p:attrNameLst>
                                      </p:cBhvr>
                                      <p:tavLst>
                                        <p:tav tm="0">
                                          <p:val>
                                            <p:strVal val="0"/>
                                          </p:val>
                                        </p:tav>
                                        <p:tav tm="100000">
                                          <p:val>
                                            <p:strVal val="#ppt_h"/>
                                          </p:val>
                                        </p:tav>
                                      </p:tavLst>
                                    </p:anim>
                                    <p:anim calcmode="lin" valueType="num">
                                      <p:cBhvr>
                                        <p:cTn id="35" dur="1000" fill="hold"/>
                                        <p:tgtEl>
                                          <p:spTgt spid="5"/>
                                        </p:tgtEl>
                                        <p:attrNameLst>
                                          <p:attrName>r</p:attrName>
                                        </p:attrNameLst>
                                      </p:cBhvr>
                                      <p:tavLst>
                                        <p:tav tm="0">
                                          <p:val>
                                            <p:strVal val="90"/>
                                          </p:val>
                                        </p:tav>
                                        <p:tav tm="100000">
                                          <p:val>
                                            <p:strVal val="0"/>
                                          </p:val>
                                        </p:tav>
                                      </p:tavLst>
                                    </p:anim>
                                    <p:animEffect transition="in" filter="fade">
                                      <p:cBhvr>
                                        <p:cTn id="3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36">
    <p:spTree>
      <p:nvGrpSpPr>
        <p:cNvPr id="1" name=""/>
        <p:cNvGrpSpPr/>
        <p:nvPr/>
      </p:nvGrpSpPr>
      <p:grpSpPr>
        <a:xfrm>
          <a:off x="0" y="0"/>
          <a:ext cx="0" cy="0"/>
          <a:chOff x="0" y="0"/>
          <a:chExt cx="0" cy="0"/>
        </a:xfrm>
      </p:grpSpPr>
      <p:pic>
        <p:nvPicPr>
          <p:cNvPr id="2" name="Picture 3" descr="A screen shot of a computer">
            <a:extLst>
              <a:ext uri="{FF2B5EF4-FFF2-40B4-BE49-F238E27FC236}">
                <a16:creationId xmlns:a16="http://schemas.microsoft.com/office/drawing/2014/main" id="{E713A7A5-A02B-E5EE-EC43-54BD6A83543D}"/>
              </a:ext>
            </a:extLst>
          </p:cNvPr>
          <p:cNvPicPr>
            <a:picLocks noChangeAspect="1"/>
          </p:cNvPicPr>
          <p:nvPr/>
        </p:nvPicPr>
        <p:blipFill>
          <a:blip r:embed="rId2"/>
          <a:stretch>
            <a:fillRect/>
          </a:stretch>
        </p:blipFill>
        <p:spPr>
          <a:xfrm>
            <a:off x="127887" y="164592"/>
            <a:ext cx="9125840" cy="3047100"/>
          </a:xfrm>
          <a:prstGeom prst="rect">
            <a:avLst/>
          </a:prstGeom>
          <a:noFill/>
          <a:ln cap="flat">
            <a:noFill/>
          </a:ln>
        </p:spPr>
      </p:pic>
      <p:pic>
        <p:nvPicPr>
          <p:cNvPr id="3" name="Picture 3" descr="A screen shot of a graph&#10;&#10;Description automatically generated with medium confidence">
            <a:extLst>
              <a:ext uri="{FF2B5EF4-FFF2-40B4-BE49-F238E27FC236}">
                <a16:creationId xmlns:a16="http://schemas.microsoft.com/office/drawing/2014/main" id="{8F81C868-3924-3D6B-75E6-7BDFE009BEDE}"/>
              </a:ext>
            </a:extLst>
          </p:cNvPr>
          <p:cNvPicPr>
            <a:picLocks noChangeAspect="1"/>
          </p:cNvPicPr>
          <p:nvPr/>
        </p:nvPicPr>
        <p:blipFill>
          <a:blip r:embed="rId3"/>
          <a:stretch>
            <a:fillRect/>
          </a:stretch>
        </p:blipFill>
        <p:spPr>
          <a:xfrm>
            <a:off x="2404872" y="3630332"/>
            <a:ext cx="9556933" cy="3063075"/>
          </a:xfrm>
          <a:prstGeom prst="rect">
            <a:avLst/>
          </a:prstGeom>
          <a:noFill/>
          <a:ln cap="flat">
            <a:noFill/>
          </a:ln>
        </p:spPr>
      </p:pic>
      <p:sp>
        <p:nvSpPr>
          <p:cNvPr id="4" name="Rectangle 4">
            <a:extLst>
              <a:ext uri="{FF2B5EF4-FFF2-40B4-BE49-F238E27FC236}">
                <a16:creationId xmlns:a16="http://schemas.microsoft.com/office/drawing/2014/main" id="{A79A5BCD-EEFA-6C23-77DD-E7AE71D8026D}"/>
              </a:ext>
            </a:extLst>
          </p:cNvPr>
          <p:cNvSpPr/>
          <p:nvPr/>
        </p:nvSpPr>
        <p:spPr>
          <a:xfrm>
            <a:off x="9368357" y="394216"/>
            <a:ext cx="2692578" cy="830997"/>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sng" strike="noStrike" kern="1200" cap="none" spc="0" baseline="0">
                <a:solidFill>
                  <a:srgbClr val="FF0000"/>
                </a:solidFill>
                <a:effectLst>
                  <a:outerShdw dist="38096" dir="2700000">
                    <a:srgbClr val="5B9BD5"/>
                  </a:outerShdw>
                </a:effectLst>
                <a:uFillTx/>
                <a:latin typeface="Times New Roman" pitchFamily="18"/>
                <a:cs typeface="Times New Roman" pitchFamily="18"/>
              </a:rPr>
              <a:t>ACCELERATION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sng" strike="noStrike" kern="1200" cap="none" spc="0" baseline="0">
                <a:solidFill>
                  <a:srgbClr val="FF0000"/>
                </a:solidFill>
                <a:effectLst>
                  <a:outerShdw dist="38096" dir="2700000">
                    <a:srgbClr val="5B9BD5"/>
                  </a:outerShdw>
                </a:effectLst>
                <a:uFillTx/>
                <a:latin typeface="Times New Roman" pitchFamily="18"/>
                <a:cs typeface="Times New Roman" pitchFamily="18"/>
              </a:rPr>
              <a:t>GRAPH</a:t>
            </a:r>
          </a:p>
        </p:txBody>
      </p:sp>
      <p:cxnSp>
        <p:nvCxnSpPr>
          <p:cNvPr id="5" name="Straight Arrow Connector 6">
            <a:extLst>
              <a:ext uri="{FF2B5EF4-FFF2-40B4-BE49-F238E27FC236}">
                <a16:creationId xmlns:a16="http://schemas.microsoft.com/office/drawing/2014/main" id="{D25978AB-CCB6-C2B9-1D54-EFF7ACC72305}"/>
              </a:ext>
            </a:extLst>
          </p:cNvPr>
          <p:cNvCxnSpPr/>
          <p:nvPr/>
        </p:nvCxnSpPr>
        <p:spPr>
          <a:xfrm flipH="1">
            <a:off x="10113264" y="1401382"/>
            <a:ext cx="601382" cy="2027618"/>
          </a:xfrm>
          <a:prstGeom prst="straightConnector1">
            <a:avLst/>
          </a:prstGeom>
          <a:noFill/>
          <a:ln w="38103" cap="flat">
            <a:solidFill>
              <a:srgbClr val="FF0000"/>
            </a:solidFill>
            <a:prstDash val="solid"/>
            <a:miter/>
            <a:tailEnd type="arrow"/>
          </a:ln>
        </p:spPr>
      </p:cxnSp>
      <p:sp>
        <p:nvSpPr>
          <p:cNvPr id="6" name="Rectangle 7">
            <a:extLst>
              <a:ext uri="{FF2B5EF4-FFF2-40B4-BE49-F238E27FC236}">
                <a16:creationId xmlns:a16="http://schemas.microsoft.com/office/drawing/2014/main" id="{1C3D6E7D-B016-2CB8-6062-25951465D3D0}"/>
              </a:ext>
            </a:extLst>
          </p:cNvPr>
          <p:cNvSpPr/>
          <p:nvPr/>
        </p:nvSpPr>
        <p:spPr>
          <a:xfrm>
            <a:off x="300179" y="5335633"/>
            <a:ext cx="2034978" cy="892554"/>
          </a:xfrm>
          <a:prstGeom prst="rect">
            <a:avLst/>
          </a:prstGeom>
          <a:noFill/>
          <a:ln cap="flat">
            <a:noFill/>
            <a:prstDash val="solid"/>
          </a:ln>
        </p:spPr>
        <p:txBody>
          <a:bodyPr vert="horz" wrap="non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600" b="1" i="0" u="sng" strike="noStrike" kern="1200" cap="none" spc="0" baseline="0">
                <a:solidFill>
                  <a:srgbClr val="2F5597"/>
                </a:solidFill>
                <a:effectLst>
                  <a:outerShdw dist="38096" dir="2700000">
                    <a:srgbClr val="000000"/>
                  </a:outerShdw>
                </a:effectLst>
                <a:uFillTx/>
                <a:latin typeface="Times New Roman" pitchFamily="18"/>
                <a:cs typeface="Times New Roman" pitchFamily="18"/>
              </a:rPr>
              <a:t>VELOCITY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600" b="1" i="0" u="sng" strike="noStrike" kern="1200" cap="none" spc="0" baseline="0">
                <a:solidFill>
                  <a:srgbClr val="2F5597"/>
                </a:solidFill>
                <a:effectLst>
                  <a:outerShdw dist="38096" dir="2700000">
                    <a:srgbClr val="000000"/>
                  </a:outerShdw>
                </a:effectLst>
                <a:uFillTx/>
                <a:latin typeface="Times New Roman" pitchFamily="18"/>
                <a:cs typeface="Times New Roman" pitchFamily="18"/>
              </a:rPr>
              <a:t>GRAPH</a:t>
            </a:r>
          </a:p>
        </p:txBody>
      </p:sp>
      <p:cxnSp>
        <p:nvCxnSpPr>
          <p:cNvPr id="7" name="Straight Arrow Connector 10">
            <a:extLst>
              <a:ext uri="{FF2B5EF4-FFF2-40B4-BE49-F238E27FC236}">
                <a16:creationId xmlns:a16="http://schemas.microsoft.com/office/drawing/2014/main" id="{3AAFE66C-6D57-F927-B9F2-9321B7AF487F}"/>
              </a:ext>
            </a:extLst>
          </p:cNvPr>
          <p:cNvCxnSpPr/>
          <p:nvPr/>
        </p:nvCxnSpPr>
        <p:spPr>
          <a:xfrm flipV="1">
            <a:off x="1273009" y="3282696"/>
            <a:ext cx="436919" cy="1938528"/>
          </a:xfrm>
          <a:prstGeom prst="straightConnector1">
            <a:avLst/>
          </a:prstGeom>
          <a:noFill/>
          <a:ln w="38103" cap="flat">
            <a:solidFill>
              <a:srgbClr val="0070C0"/>
            </a:solidFill>
            <a:prstDash val="solid"/>
            <a:miter/>
            <a:tailEnd type="arrow"/>
          </a:ln>
        </p:spPr>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1000"/>
                                        <p:tgtEl>
                                          <p:spTgt spid="3"/>
                                        </p:tgtEl>
                                      </p:cBhvr>
                                    </p:animEffect>
                                    <p:anim calcmode="lin" valueType="num">
                                      <p:cBhvr>
                                        <p:cTn id="19" dur="1000" fill="hold"/>
                                        <p:tgtEl>
                                          <p:spTgt spid="3"/>
                                        </p:tgtEl>
                                        <p:attrNameLst>
                                          <p:attrName>ppt_x</p:attrName>
                                        </p:attrNameLst>
                                      </p:cBhvr>
                                      <p:tavLst>
                                        <p:tav tm="0">
                                          <p:val>
                                            <p:strVal val="#ppt_x"/>
                                          </p:val>
                                        </p:tav>
                                        <p:tav tm="100000">
                                          <p:val>
                                            <p:strVal val="#ppt_x"/>
                                          </p:val>
                                        </p:tav>
                                      </p:tavLst>
                                    </p:anim>
                                    <p:anim calcmode="lin" valueType="num">
                                      <p:cBhvr>
                                        <p:cTn id="20" dur="1000" fill="hold"/>
                                        <p:tgtEl>
                                          <p:spTgt spid="3"/>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anim calcmode="lin" valueType="num">
                                      <p:cBhvr>
                                        <p:cTn id="29" dur="1000" fill="hold"/>
                                        <p:tgtEl>
                                          <p:spTgt spid="5"/>
                                        </p:tgtEl>
                                        <p:attrNameLst>
                                          <p:attrName>ppt_x</p:attrName>
                                        </p:attrNameLst>
                                      </p:cBhvr>
                                      <p:tavLst>
                                        <p:tav tm="0">
                                          <p:val>
                                            <p:strVal val="#ppt_x"/>
                                          </p:val>
                                        </p:tav>
                                        <p:tav tm="100000">
                                          <p:val>
                                            <p:strVal val="#ppt_x"/>
                                          </p:val>
                                        </p:tav>
                                      </p:tavLst>
                                    </p:anim>
                                    <p:anim calcmode="lin" valueType="num">
                                      <p:cBhvr>
                                        <p:cTn id="3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name="Slide31">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D7295FF-227E-EC1A-ED29-D8DA08D36529}"/>
              </a:ext>
            </a:extLst>
          </p:cNvPr>
          <p:cNvSpPr/>
          <p:nvPr/>
        </p:nvSpPr>
        <p:spPr>
          <a:xfrm>
            <a:off x="63943" y="0"/>
            <a:ext cx="12060936" cy="646334"/>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none" strike="noStrike" kern="1200" cap="none" spc="0" baseline="0">
                <a:solidFill>
                  <a:srgbClr val="262626"/>
                </a:solidFill>
                <a:effectLst>
                  <a:outerShdw dist="38096" dir="2700000">
                    <a:srgbClr val="5B9BD5"/>
                  </a:outerShdw>
                </a:effectLst>
                <a:uFillTx/>
                <a:latin typeface="Times New Roman" pitchFamily="18"/>
                <a:cs typeface="Times New Roman" pitchFamily="18"/>
              </a:rPr>
              <a:t> </a:t>
            </a:r>
            <a:r>
              <a:rPr lang="en-US" sz="3600" b="1" i="0" u="sng" strike="noStrike" kern="1200" cap="none" spc="0" baseline="0">
                <a:solidFill>
                  <a:srgbClr val="262626"/>
                </a:solidFill>
                <a:effectLst>
                  <a:outerShdw dist="38096" dir="2700000">
                    <a:srgbClr val="5B9BD5"/>
                  </a:outerShdw>
                </a:effectLst>
                <a:uFillTx/>
                <a:latin typeface="Times New Roman" pitchFamily="18"/>
                <a:cs typeface="Times New Roman" pitchFamily="18"/>
              </a:rPr>
              <a:t>FINAL SIMULINK MODEL</a:t>
            </a:r>
            <a:r>
              <a:rPr lang="en-US" sz="3600" b="1" i="0" u="none" strike="noStrike" kern="1200" cap="none" spc="0" baseline="0">
                <a:solidFill>
                  <a:srgbClr val="262626"/>
                </a:solidFill>
                <a:effectLst>
                  <a:outerShdw dist="38096" dir="2700000">
                    <a:srgbClr val="5B9BD5"/>
                  </a:outerShdw>
                </a:effectLst>
                <a:uFillTx/>
                <a:latin typeface="Times New Roman" pitchFamily="18"/>
                <a:cs typeface="Times New Roman" pitchFamily="18"/>
              </a:rPr>
              <a:t>:-</a:t>
            </a:r>
            <a:endParaRPr lang="en-IN" sz="3600" b="1" i="0" u="none" strike="noStrike" kern="1200" cap="none" spc="0" baseline="0">
              <a:solidFill>
                <a:srgbClr val="262626"/>
              </a:solidFill>
              <a:effectLst>
                <a:outerShdw dist="38096" dir="2700000">
                  <a:srgbClr val="5B9BD5"/>
                </a:outerShdw>
              </a:effectLst>
              <a:uFillTx/>
              <a:latin typeface="Calibri"/>
            </a:endParaRPr>
          </a:p>
        </p:txBody>
      </p:sp>
      <p:pic>
        <p:nvPicPr>
          <p:cNvPr id="3" name="Picture 4" descr="A picture containing text, diagram, plan, screenshot">
            <a:extLst>
              <a:ext uri="{FF2B5EF4-FFF2-40B4-BE49-F238E27FC236}">
                <a16:creationId xmlns:a16="http://schemas.microsoft.com/office/drawing/2014/main" id="{BE0976C7-F164-4F28-1E1A-E8F06B006624}"/>
              </a:ext>
            </a:extLst>
          </p:cNvPr>
          <p:cNvPicPr>
            <a:picLocks noChangeAspect="1"/>
          </p:cNvPicPr>
          <p:nvPr/>
        </p:nvPicPr>
        <p:blipFill>
          <a:blip r:embed="rId2"/>
          <a:stretch>
            <a:fillRect/>
          </a:stretch>
        </p:blipFill>
        <p:spPr>
          <a:xfrm>
            <a:off x="278827" y="777240"/>
            <a:ext cx="11631167" cy="5905679"/>
          </a:xfrm>
          <a:prstGeom prst="rect">
            <a:avLst/>
          </a:prstGeom>
          <a:noFill/>
          <a:ln cap="flat">
            <a:noFill/>
          </a:ln>
        </p:spPr>
      </p:pic>
      <p:sp>
        <p:nvSpPr>
          <p:cNvPr id="4" name="Oval 3">
            <a:extLst>
              <a:ext uri="{FF2B5EF4-FFF2-40B4-BE49-F238E27FC236}">
                <a16:creationId xmlns:a16="http://schemas.microsoft.com/office/drawing/2014/main" id="{69AF2C0F-6A36-428F-5D09-F31AAAF7F884}"/>
              </a:ext>
            </a:extLst>
          </p:cNvPr>
          <p:cNvSpPr/>
          <p:nvPr/>
        </p:nvSpPr>
        <p:spPr>
          <a:xfrm>
            <a:off x="3410712" y="777240"/>
            <a:ext cx="987552" cy="34747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noFill/>
          <a:ln w="28575" cap="flat">
            <a:solidFill>
              <a:srgbClr val="C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libri"/>
            </a:endParaRPr>
          </a:p>
        </p:txBody>
      </p:sp>
      <p:sp>
        <p:nvSpPr>
          <p:cNvPr id="5" name="Oval 4">
            <a:extLst>
              <a:ext uri="{FF2B5EF4-FFF2-40B4-BE49-F238E27FC236}">
                <a16:creationId xmlns:a16="http://schemas.microsoft.com/office/drawing/2014/main" id="{4EB4B1E7-0F95-662F-716D-F18C1AB3035E}"/>
              </a:ext>
            </a:extLst>
          </p:cNvPr>
          <p:cNvSpPr/>
          <p:nvPr/>
        </p:nvSpPr>
        <p:spPr>
          <a:xfrm>
            <a:off x="3502151" y="2176272"/>
            <a:ext cx="768096" cy="45720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noFill/>
          <a:ln w="28575" cap="flat">
            <a:solidFill>
              <a:srgbClr val="C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libri"/>
            </a:endParaRPr>
          </a:p>
        </p:txBody>
      </p:sp>
      <p:sp>
        <p:nvSpPr>
          <p:cNvPr id="6" name="Oval 5">
            <a:extLst>
              <a:ext uri="{FF2B5EF4-FFF2-40B4-BE49-F238E27FC236}">
                <a16:creationId xmlns:a16="http://schemas.microsoft.com/office/drawing/2014/main" id="{B86A65E6-75CB-D6E9-53BC-D305BB02AF03}"/>
              </a:ext>
            </a:extLst>
          </p:cNvPr>
          <p:cNvSpPr/>
          <p:nvPr/>
        </p:nvSpPr>
        <p:spPr>
          <a:xfrm>
            <a:off x="329055" y="2478024"/>
            <a:ext cx="768096" cy="39319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noFill/>
          <a:ln w="28575" cap="flat">
            <a:solidFill>
              <a:srgbClr val="C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libri"/>
            </a:endParaRPr>
          </a:p>
        </p:txBody>
      </p:sp>
      <p:sp>
        <p:nvSpPr>
          <p:cNvPr id="7" name="Oval 6">
            <a:extLst>
              <a:ext uri="{FF2B5EF4-FFF2-40B4-BE49-F238E27FC236}">
                <a16:creationId xmlns:a16="http://schemas.microsoft.com/office/drawing/2014/main" id="{A90DFCF6-22DA-FE11-4910-83EFDCB4CBD5}"/>
              </a:ext>
            </a:extLst>
          </p:cNvPr>
          <p:cNvSpPr/>
          <p:nvPr/>
        </p:nvSpPr>
        <p:spPr>
          <a:xfrm>
            <a:off x="7232904" y="5803550"/>
            <a:ext cx="868680" cy="716121"/>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noFill/>
          <a:ln w="28575" cap="flat">
            <a:solidFill>
              <a:srgbClr val="00B0F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libri"/>
            </a:endParaRPr>
          </a:p>
        </p:txBody>
      </p:sp>
      <p:cxnSp>
        <p:nvCxnSpPr>
          <p:cNvPr id="8" name="Straight Arrow Connector 8">
            <a:extLst>
              <a:ext uri="{FF2B5EF4-FFF2-40B4-BE49-F238E27FC236}">
                <a16:creationId xmlns:a16="http://schemas.microsoft.com/office/drawing/2014/main" id="{39A142D1-F754-7E32-AB4E-2500B989FC96}"/>
              </a:ext>
            </a:extLst>
          </p:cNvPr>
          <p:cNvCxnSpPr/>
          <p:nvPr/>
        </p:nvCxnSpPr>
        <p:spPr>
          <a:xfrm flipV="1">
            <a:off x="8211312" y="5870448"/>
            <a:ext cx="822960" cy="137160"/>
          </a:xfrm>
          <a:prstGeom prst="straightConnector1">
            <a:avLst/>
          </a:prstGeom>
          <a:noFill/>
          <a:ln w="28575" cap="flat">
            <a:solidFill>
              <a:srgbClr val="00B0F0"/>
            </a:solidFill>
            <a:prstDash val="solid"/>
            <a:miter/>
            <a:tailEnd type="arrow"/>
          </a:ln>
        </p:spPr>
      </p:cxnSp>
      <p:sp>
        <p:nvSpPr>
          <p:cNvPr id="9" name="Rectangle 9">
            <a:extLst>
              <a:ext uri="{FF2B5EF4-FFF2-40B4-BE49-F238E27FC236}">
                <a16:creationId xmlns:a16="http://schemas.microsoft.com/office/drawing/2014/main" id="{D7A051ED-013F-7E84-6927-F478A092AFE3}"/>
              </a:ext>
            </a:extLst>
          </p:cNvPr>
          <p:cNvSpPr/>
          <p:nvPr/>
        </p:nvSpPr>
        <p:spPr>
          <a:xfrm>
            <a:off x="9034272" y="5480383"/>
            <a:ext cx="1082347" cy="646334"/>
          </a:xfrm>
          <a:prstGeom prst="rect">
            <a:avLst/>
          </a:prstGeom>
          <a:noFill/>
          <a:ln cap="flat">
            <a:noFill/>
            <a:prstDash val="solid"/>
          </a:ln>
        </p:spPr>
        <p:txBody>
          <a:bodyPr vert="horz" wrap="non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sng" strike="noStrike" kern="1200" cap="none" spc="0" baseline="0">
                <a:solidFill>
                  <a:srgbClr val="00B0F0"/>
                </a:solidFill>
                <a:effectLst>
                  <a:outerShdw dist="19048" dir="2700000">
                    <a:srgbClr val="000000"/>
                  </a:outerShdw>
                </a:effectLst>
                <a:uFillTx/>
                <a:latin typeface="Times New Roman" pitchFamily="18"/>
                <a:cs typeface="Times New Roman" pitchFamily="18"/>
              </a:rPr>
              <a:t>WORLD</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sng" strike="noStrike" kern="1200" cap="none" spc="0" baseline="0">
                <a:solidFill>
                  <a:srgbClr val="00B0F0"/>
                </a:solidFill>
                <a:effectLst>
                  <a:outerShdw dist="19048" dir="2700000">
                    <a:srgbClr val="000000"/>
                  </a:outerShdw>
                </a:effectLst>
                <a:uFillTx/>
                <a:latin typeface="Times New Roman" pitchFamily="18"/>
                <a:cs typeface="Times New Roman" pitchFamily="18"/>
              </a:rPr>
              <a:t>CLOCK</a:t>
            </a:r>
          </a:p>
        </p:txBody>
      </p:sp>
      <p:sp>
        <p:nvSpPr>
          <p:cNvPr id="10" name="Oval 10">
            <a:extLst>
              <a:ext uri="{FF2B5EF4-FFF2-40B4-BE49-F238E27FC236}">
                <a16:creationId xmlns:a16="http://schemas.microsoft.com/office/drawing/2014/main" id="{2EA18AF4-9D4B-C6FF-B0F7-7268D9E2DB40}"/>
              </a:ext>
            </a:extLst>
          </p:cNvPr>
          <p:cNvSpPr/>
          <p:nvPr/>
        </p:nvSpPr>
        <p:spPr>
          <a:xfrm>
            <a:off x="8421624" y="2404872"/>
            <a:ext cx="1082347" cy="77724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noFill/>
          <a:ln w="28575" cap="flat">
            <a:solidFill>
              <a:srgbClr val="C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libri"/>
            </a:endParaRPr>
          </a:p>
        </p:txBody>
      </p:sp>
      <p:sp>
        <p:nvSpPr>
          <p:cNvPr id="11" name="TextBox 12">
            <a:extLst>
              <a:ext uri="{FF2B5EF4-FFF2-40B4-BE49-F238E27FC236}">
                <a16:creationId xmlns:a16="http://schemas.microsoft.com/office/drawing/2014/main" id="{7A7509C6-1F58-2CF1-EA7F-B4395257073E}"/>
              </a:ext>
            </a:extLst>
          </p:cNvPr>
          <p:cNvSpPr txBox="1"/>
          <p:nvPr/>
        </p:nvSpPr>
        <p:spPr>
          <a:xfrm>
            <a:off x="9738360" y="1420209"/>
            <a:ext cx="1883792" cy="646334"/>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sng" strike="noStrike" kern="1200" cap="none" spc="0" baseline="0">
                <a:solidFill>
                  <a:srgbClr val="C00000"/>
                </a:solidFill>
                <a:effectLst>
                  <a:outerShdw dist="19048" dir="2700000">
                    <a:srgbClr val="000000"/>
                  </a:outerShdw>
                </a:effectLst>
                <a:uFillTx/>
                <a:latin typeface="Times New Roman" pitchFamily="18"/>
                <a:cs typeface="Times New Roman" pitchFamily="18"/>
              </a:rPr>
              <a:t>INPUT OF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sng" strike="noStrike" kern="0" cap="none" spc="0" baseline="0">
                <a:solidFill>
                  <a:srgbClr val="C00000"/>
                </a:solidFill>
                <a:effectLst>
                  <a:outerShdw dist="19048" dir="2700000">
                    <a:srgbClr val="000000"/>
                  </a:outerShdw>
                </a:effectLst>
                <a:uFillTx/>
                <a:latin typeface="Times New Roman" pitchFamily="18"/>
                <a:cs typeface="Times New Roman" pitchFamily="18"/>
              </a:rPr>
              <a:t>EGO VEHICLE</a:t>
            </a:r>
            <a:endParaRPr lang="en-US" sz="1800" b="1" i="0" u="sng" strike="noStrike" kern="1200" cap="none" spc="0" baseline="0">
              <a:solidFill>
                <a:srgbClr val="C00000"/>
              </a:solidFill>
              <a:effectLst>
                <a:outerShdw dist="19048" dir="2700000">
                  <a:srgbClr val="000000"/>
                </a:outerShdw>
              </a:effectLst>
              <a:uFillTx/>
              <a:latin typeface="Times New Roman" pitchFamily="18"/>
              <a:cs typeface="Times New Roman" pitchFamily="18"/>
            </a:endParaRPr>
          </a:p>
        </p:txBody>
      </p:sp>
      <p:cxnSp>
        <p:nvCxnSpPr>
          <p:cNvPr id="12" name="Straight Arrow Connector 14">
            <a:extLst>
              <a:ext uri="{FF2B5EF4-FFF2-40B4-BE49-F238E27FC236}">
                <a16:creationId xmlns:a16="http://schemas.microsoft.com/office/drawing/2014/main" id="{3323F917-DC98-2360-E24F-04228B679852}"/>
              </a:ext>
            </a:extLst>
          </p:cNvPr>
          <p:cNvCxnSpPr/>
          <p:nvPr/>
        </p:nvCxnSpPr>
        <p:spPr>
          <a:xfrm flipV="1">
            <a:off x="9575450" y="2179518"/>
            <a:ext cx="541169" cy="380802"/>
          </a:xfrm>
          <a:prstGeom prst="straightConnector1">
            <a:avLst/>
          </a:prstGeom>
          <a:noFill/>
          <a:ln w="19046" cap="flat">
            <a:solidFill>
              <a:srgbClr val="C00000"/>
            </a:solidFill>
            <a:prstDash val="solid"/>
            <a:miter/>
            <a:tailEnd type="arrow"/>
          </a:ln>
        </p:spPr>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80">
                                          <p:stCondLst>
                                            <p:cond delay="0"/>
                                          </p:stCondLst>
                                        </p:cTn>
                                        <p:tgtEl>
                                          <p:spTgt spid="3"/>
                                        </p:tgtEl>
                                      </p:cBhvr>
                                    </p:animEffect>
                                    <p:anim calcmode="lin" valueType="num">
                                      <p:cBhvr>
                                        <p:cTn id="14" dur="1822">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15" dur="664">
                                          <p:stCondLst>
                                            <p:cond delay="0"/>
                                          </p:stCondLst>
                                        </p:cTn>
                                        <p:tgtEl>
                                          <p:spTgt spid="3"/>
                                        </p:tgtEl>
                                        <p:attrNameLst>
                                          <p:attrName>ppt_y</p:attrName>
                                        </p:attrNameLst>
                                      </p:cBhvr>
                                      <p:tavLst>
                                        <p:tav tm="0" fmla="#ppt_y-sin(pi*$)/3">
                                          <p:val>
                                            <p:strVal val="0.5"/>
                                          </p:val>
                                        </p:tav>
                                        <p:tav tm="100000">
                                          <p:val>
                                            <p:strVal val="1"/>
                                          </p:val>
                                        </p:tav>
                                      </p:tavLst>
                                    </p:anim>
                                    <p:anim calcmode="lin" valueType="num">
                                      <p:cBhvr>
                                        <p:cTn id="16" dur="664">
                                          <p:stCondLst>
                                            <p:cond delay="664"/>
                                          </p:stCondLst>
                                        </p:cTn>
                                        <p:tgtEl>
                                          <p:spTgt spid="3"/>
                                        </p:tgtEl>
                                        <p:attrNameLst>
                                          <p:attrName>ppt_y</p:attrName>
                                        </p:attrNameLst>
                                      </p:cBhvr>
                                      <p:tavLst>
                                        <p:tav tm="0" fmla="#ppt_y-sin(pi*$)/9">
                                          <p:val>
                                            <p:strVal val="0"/>
                                          </p:val>
                                        </p:tav>
                                        <p:tav tm="100000">
                                          <p:val>
                                            <p:strVal val="1"/>
                                          </p:val>
                                        </p:tav>
                                      </p:tavLst>
                                    </p:anim>
                                    <p:anim calcmode="lin" valueType="num">
                                      <p:cBhvr>
                                        <p:cTn id="17" dur="332">
                                          <p:stCondLst>
                                            <p:cond delay="1324"/>
                                          </p:stCondLst>
                                        </p:cTn>
                                        <p:tgtEl>
                                          <p:spTgt spid="3"/>
                                        </p:tgtEl>
                                        <p:attrNameLst>
                                          <p:attrName>ppt_y</p:attrName>
                                        </p:attrNameLst>
                                      </p:cBhvr>
                                      <p:tavLst>
                                        <p:tav tm="0" fmla="#ppt_y-sin(pi*$)/27">
                                          <p:val>
                                            <p:strVal val="0"/>
                                          </p:val>
                                        </p:tav>
                                        <p:tav tm="100000">
                                          <p:val>
                                            <p:strVal val="1"/>
                                          </p:val>
                                        </p:tav>
                                      </p:tavLst>
                                    </p:anim>
                                    <p:anim calcmode="lin" valueType="num">
                                      <p:cBhvr>
                                        <p:cTn id="18" dur="164">
                                          <p:stCondLst>
                                            <p:cond delay="1656"/>
                                          </p:stCondLst>
                                        </p:cTn>
                                        <p:tgtEl>
                                          <p:spTgt spid="3"/>
                                        </p:tgtEl>
                                        <p:attrNameLst>
                                          <p:attrName>ppt_y</p:attrName>
                                        </p:attrNameLst>
                                      </p:cBhvr>
                                      <p:tavLst>
                                        <p:tav tm="0" fmla="#ppt_y-sin(pi*$)/81">
                                          <p:val>
                                            <p:strVal val="0"/>
                                          </p:val>
                                        </p:tav>
                                        <p:tav tm="100000">
                                          <p:val>
                                            <p:strVal val="1"/>
                                          </p:val>
                                        </p:tav>
                                      </p:tavLst>
                                    </p:anim>
                                  </p:childTnLst>
                                </p:cTn>
                              </p:par>
                              <p:par>
                                <p:cTn id="19" presetID="26"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down)">
                                      <p:cBhvr>
                                        <p:cTn id="21" dur="580">
                                          <p:stCondLst>
                                            <p:cond delay="0"/>
                                          </p:stCondLst>
                                        </p:cTn>
                                        <p:tgtEl>
                                          <p:spTgt spid="4"/>
                                        </p:tgtEl>
                                      </p:cBhvr>
                                    </p:animEffect>
                                    <p:anim calcmode="lin" valueType="num">
                                      <p:cBhvr>
                                        <p:cTn id="22" dur="1822">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3" dur="664">
                                          <p:stCondLst>
                                            <p:cond delay="0"/>
                                          </p:stCondLst>
                                        </p:cTn>
                                        <p:tgtEl>
                                          <p:spTgt spid="4"/>
                                        </p:tgtEl>
                                        <p:attrNameLst>
                                          <p:attrName>ppt_y</p:attrName>
                                        </p:attrNameLst>
                                      </p:cBhvr>
                                      <p:tavLst>
                                        <p:tav tm="0" fmla="#ppt_y-sin(pi*$)/3">
                                          <p:val>
                                            <p:strVal val="0.5"/>
                                          </p:val>
                                        </p:tav>
                                        <p:tav tm="100000">
                                          <p:val>
                                            <p:strVal val="1"/>
                                          </p:val>
                                        </p:tav>
                                      </p:tavLst>
                                    </p:anim>
                                    <p:anim calcmode="lin" valueType="num">
                                      <p:cBhvr>
                                        <p:cTn id="24" dur="664">
                                          <p:stCondLst>
                                            <p:cond delay="664"/>
                                          </p:stCondLst>
                                        </p:cTn>
                                        <p:tgtEl>
                                          <p:spTgt spid="4"/>
                                        </p:tgtEl>
                                        <p:attrNameLst>
                                          <p:attrName>ppt_y</p:attrName>
                                        </p:attrNameLst>
                                      </p:cBhvr>
                                      <p:tavLst>
                                        <p:tav tm="0" fmla="#ppt_y-sin(pi*$)/9">
                                          <p:val>
                                            <p:strVal val="0"/>
                                          </p:val>
                                        </p:tav>
                                        <p:tav tm="100000">
                                          <p:val>
                                            <p:strVal val="1"/>
                                          </p:val>
                                        </p:tav>
                                      </p:tavLst>
                                    </p:anim>
                                    <p:anim calcmode="lin" valueType="num">
                                      <p:cBhvr>
                                        <p:cTn id="25" dur="332">
                                          <p:stCondLst>
                                            <p:cond delay="1324"/>
                                          </p:stCondLst>
                                        </p:cTn>
                                        <p:tgtEl>
                                          <p:spTgt spid="4"/>
                                        </p:tgtEl>
                                        <p:attrNameLst>
                                          <p:attrName>ppt_y</p:attrName>
                                        </p:attrNameLst>
                                      </p:cBhvr>
                                      <p:tavLst>
                                        <p:tav tm="0" fmla="#ppt_y-sin(pi*$)/27">
                                          <p:val>
                                            <p:strVal val="0"/>
                                          </p:val>
                                        </p:tav>
                                        <p:tav tm="100000">
                                          <p:val>
                                            <p:strVal val="1"/>
                                          </p:val>
                                        </p:tav>
                                      </p:tavLst>
                                    </p:anim>
                                    <p:anim calcmode="lin" valueType="num">
                                      <p:cBhvr>
                                        <p:cTn id="26" dur="164">
                                          <p:stCondLst>
                                            <p:cond delay="1656"/>
                                          </p:stCondLst>
                                        </p:cTn>
                                        <p:tgtEl>
                                          <p:spTgt spid="4"/>
                                        </p:tgtEl>
                                        <p:attrNameLst>
                                          <p:attrName>ppt_y</p:attrName>
                                        </p:attrNameLst>
                                      </p:cBhvr>
                                      <p:tavLst>
                                        <p:tav tm="0" fmla="#ppt_y-sin(pi*$)/81">
                                          <p:val>
                                            <p:strVal val="0"/>
                                          </p:val>
                                        </p:tav>
                                        <p:tav tm="100000">
                                          <p:val>
                                            <p:strVal val="1"/>
                                          </p:val>
                                        </p:tav>
                                      </p:tavLst>
                                    </p:anim>
                                  </p:childTnLst>
                                </p:cTn>
                              </p:par>
                              <p:par>
                                <p:cTn id="27" presetID="26"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down)">
                                      <p:cBhvr>
                                        <p:cTn id="29" dur="580">
                                          <p:stCondLst>
                                            <p:cond delay="0"/>
                                          </p:stCondLst>
                                        </p:cTn>
                                        <p:tgtEl>
                                          <p:spTgt spid="5"/>
                                        </p:tgtEl>
                                      </p:cBhvr>
                                    </p:animEffect>
                                    <p:anim calcmode="lin" valueType="num">
                                      <p:cBhvr>
                                        <p:cTn id="30" dur="1822">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31" dur="664">
                                          <p:stCondLst>
                                            <p:cond delay="0"/>
                                          </p:stCondLst>
                                        </p:cTn>
                                        <p:tgtEl>
                                          <p:spTgt spid="5"/>
                                        </p:tgtEl>
                                        <p:attrNameLst>
                                          <p:attrName>ppt_y</p:attrName>
                                        </p:attrNameLst>
                                      </p:cBhvr>
                                      <p:tavLst>
                                        <p:tav tm="0" fmla="#ppt_y-sin(pi*$)/3">
                                          <p:val>
                                            <p:strVal val="0.5"/>
                                          </p:val>
                                        </p:tav>
                                        <p:tav tm="100000">
                                          <p:val>
                                            <p:strVal val="1"/>
                                          </p:val>
                                        </p:tav>
                                      </p:tavLst>
                                    </p:anim>
                                    <p:anim calcmode="lin" valueType="num">
                                      <p:cBhvr>
                                        <p:cTn id="32" dur="664">
                                          <p:stCondLst>
                                            <p:cond delay="664"/>
                                          </p:stCondLst>
                                        </p:cTn>
                                        <p:tgtEl>
                                          <p:spTgt spid="5"/>
                                        </p:tgtEl>
                                        <p:attrNameLst>
                                          <p:attrName>ppt_y</p:attrName>
                                        </p:attrNameLst>
                                      </p:cBhvr>
                                      <p:tavLst>
                                        <p:tav tm="0" fmla="#ppt_y-sin(pi*$)/9">
                                          <p:val>
                                            <p:strVal val="0"/>
                                          </p:val>
                                        </p:tav>
                                        <p:tav tm="100000">
                                          <p:val>
                                            <p:strVal val="1"/>
                                          </p:val>
                                        </p:tav>
                                      </p:tavLst>
                                    </p:anim>
                                    <p:anim calcmode="lin" valueType="num">
                                      <p:cBhvr>
                                        <p:cTn id="33" dur="332">
                                          <p:stCondLst>
                                            <p:cond delay="1324"/>
                                          </p:stCondLst>
                                        </p:cTn>
                                        <p:tgtEl>
                                          <p:spTgt spid="5"/>
                                        </p:tgtEl>
                                        <p:attrNameLst>
                                          <p:attrName>ppt_y</p:attrName>
                                        </p:attrNameLst>
                                      </p:cBhvr>
                                      <p:tavLst>
                                        <p:tav tm="0" fmla="#ppt_y-sin(pi*$)/27">
                                          <p:val>
                                            <p:strVal val="0"/>
                                          </p:val>
                                        </p:tav>
                                        <p:tav tm="100000">
                                          <p:val>
                                            <p:strVal val="1"/>
                                          </p:val>
                                        </p:tav>
                                      </p:tavLst>
                                    </p:anim>
                                    <p:anim calcmode="lin" valueType="num">
                                      <p:cBhvr>
                                        <p:cTn id="34" dur="164">
                                          <p:stCondLst>
                                            <p:cond delay="1656"/>
                                          </p:stCondLst>
                                        </p:cTn>
                                        <p:tgtEl>
                                          <p:spTgt spid="5"/>
                                        </p:tgtEl>
                                        <p:attrNameLst>
                                          <p:attrName>ppt_y</p:attrName>
                                        </p:attrNameLst>
                                      </p:cBhvr>
                                      <p:tavLst>
                                        <p:tav tm="0" fmla="#ppt_y-sin(pi*$)/81">
                                          <p:val>
                                            <p:strVal val="0"/>
                                          </p:val>
                                        </p:tav>
                                        <p:tav tm="100000">
                                          <p:val>
                                            <p:strVal val="1"/>
                                          </p:val>
                                        </p:tav>
                                      </p:tavLst>
                                    </p:anim>
                                  </p:childTnLst>
                                </p:cTn>
                              </p:par>
                              <p:par>
                                <p:cTn id="35" presetID="26" presetClass="entr" presetSubtype="0"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down)">
                                      <p:cBhvr>
                                        <p:cTn id="37" dur="580">
                                          <p:stCondLst>
                                            <p:cond delay="0"/>
                                          </p:stCondLst>
                                        </p:cTn>
                                        <p:tgtEl>
                                          <p:spTgt spid="6"/>
                                        </p:tgtEl>
                                      </p:cBhvr>
                                    </p:animEffect>
                                    <p:anim calcmode="lin" valueType="num">
                                      <p:cBhvr>
                                        <p:cTn id="38" dur="1822">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9" dur="664">
                                          <p:stCondLst>
                                            <p:cond delay="0"/>
                                          </p:stCondLst>
                                        </p:cTn>
                                        <p:tgtEl>
                                          <p:spTgt spid="6"/>
                                        </p:tgtEl>
                                        <p:attrNameLst>
                                          <p:attrName>ppt_y</p:attrName>
                                        </p:attrNameLst>
                                      </p:cBhvr>
                                      <p:tavLst>
                                        <p:tav tm="0" fmla="#ppt_y-sin(pi*$)/3">
                                          <p:val>
                                            <p:strVal val="0.5"/>
                                          </p:val>
                                        </p:tav>
                                        <p:tav tm="100000">
                                          <p:val>
                                            <p:strVal val="1"/>
                                          </p:val>
                                        </p:tav>
                                      </p:tavLst>
                                    </p:anim>
                                    <p:anim calcmode="lin" valueType="num">
                                      <p:cBhvr>
                                        <p:cTn id="40" dur="664">
                                          <p:stCondLst>
                                            <p:cond delay="664"/>
                                          </p:stCondLst>
                                        </p:cTn>
                                        <p:tgtEl>
                                          <p:spTgt spid="6"/>
                                        </p:tgtEl>
                                        <p:attrNameLst>
                                          <p:attrName>ppt_y</p:attrName>
                                        </p:attrNameLst>
                                      </p:cBhvr>
                                      <p:tavLst>
                                        <p:tav tm="0" fmla="#ppt_y-sin(pi*$)/9">
                                          <p:val>
                                            <p:strVal val="0"/>
                                          </p:val>
                                        </p:tav>
                                        <p:tav tm="100000">
                                          <p:val>
                                            <p:strVal val="1"/>
                                          </p:val>
                                        </p:tav>
                                      </p:tavLst>
                                    </p:anim>
                                    <p:anim calcmode="lin" valueType="num">
                                      <p:cBhvr>
                                        <p:cTn id="41" dur="332">
                                          <p:stCondLst>
                                            <p:cond delay="1324"/>
                                          </p:stCondLst>
                                        </p:cTn>
                                        <p:tgtEl>
                                          <p:spTgt spid="6"/>
                                        </p:tgtEl>
                                        <p:attrNameLst>
                                          <p:attrName>ppt_y</p:attrName>
                                        </p:attrNameLst>
                                      </p:cBhvr>
                                      <p:tavLst>
                                        <p:tav tm="0" fmla="#ppt_y-sin(pi*$)/27">
                                          <p:val>
                                            <p:strVal val="0"/>
                                          </p:val>
                                        </p:tav>
                                        <p:tav tm="100000">
                                          <p:val>
                                            <p:strVal val="1"/>
                                          </p:val>
                                        </p:tav>
                                      </p:tavLst>
                                    </p:anim>
                                    <p:anim calcmode="lin" valueType="num">
                                      <p:cBhvr>
                                        <p:cTn id="42" dur="164">
                                          <p:stCondLst>
                                            <p:cond delay="1656"/>
                                          </p:stCondLst>
                                        </p:cTn>
                                        <p:tgtEl>
                                          <p:spTgt spid="6"/>
                                        </p:tgtEl>
                                        <p:attrNameLst>
                                          <p:attrName>ppt_y</p:attrName>
                                        </p:attrNameLst>
                                      </p:cBhvr>
                                      <p:tavLst>
                                        <p:tav tm="0" fmla="#ppt_y-sin(pi*$)/81">
                                          <p:val>
                                            <p:strVal val="0"/>
                                          </p:val>
                                        </p:tav>
                                        <p:tav tm="100000">
                                          <p:val>
                                            <p:strVal val="1"/>
                                          </p:val>
                                        </p:tav>
                                      </p:tavLst>
                                    </p:anim>
                                  </p:childTnLst>
                                </p:cTn>
                              </p:par>
                              <p:par>
                                <p:cTn id="43" presetID="26"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down)">
                                      <p:cBhvr>
                                        <p:cTn id="45" dur="580">
                                          <p:stCondLst>
                                            <p:cond delay="0"/>
                                          </p:stCondLst>
                                        </p:cTn>
                                        <p:tgtEl>
                                          <p:spTgt spid="7"/>
                                        </p:tgtEl>
                                      </p:cBhvr>
                                    </p:animEffect>
                                    <p:anim calcmode="lin" valueType="num">
                                      <p:cBhvr>
                                        <p:cTn id="46" dur="1822">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47" dur="664">
                                          <p:stCondLst>
                                            <p:cond delay="0"/>
                                          </p:stCondLst>
                                        </p:cTn>
                                        <p:tgtEl>
                                          <p:spTgt spid="7"/>
                                        </p:tgtEl>
                                        <p:attrNameLst>
                                          <p:attrName>ppt_y</p:attrName>
                                        </p:attrNameLst>
                                      </p:cBhvr>
                                      <p:tavLst>
                                        <p:tav tm="0" fmla="#ppt_y-sin(pi*$)/3">
                                          <p:val>
                                            <p:strVal val="0.5"/>
                                          </p:val>
                                        </p:tav>
                                        <p:tav tm="100000">
                                          <p:val>
                                            <p:strVal val="1"/>
                                          </p:val>
                                        </p:tav>
                                      </p:tavLst>
                                    </p:anim>
                                    <p:anim calcmode="lin" valueType="num">
                                      <p:cBhvr>
                                        <p:cTn id="48" dur="664">
                                          <p:stCondLst>
                                            <p:cond delay="664"/>
                                          </p:stCondLst>
                                        </p:cTn>
                                        <p:tgtEl>
                                          <p:spTgt spid="7"/>
                                        </p:tgtEl>
                                        <p:attrNameLst>
                                          <p:attrName>ppt_y</p:attrName>
                                        </p:attrNameLst>
                                      </p:cBhvr>
                                      <p:tavLst>
                                        <p:tav tm="0" fmla="#ppt_y-sin(pi*$)/9">
                                          <p:val>
                                            <p:strVal val="0"/>
                                          </p:val>
                                        </p:tav>
                                        <p:tav tm="100000">
                                          <p:val>
                                            <p:strVal val="1"/>
                                          </p:val>
                                        </p:tav>
                                      </p:tavLst>
                                    </p:anim>
                                    <p:anim calcmode="lin" valueType="num">
                                      <p:cBhvr>
                                        <p:cTn id="49" dur="332">
                                          <p:stCondLst>
                                            <p:cond delay="1324"/>
                                          </p:stCondLst>
                                        </p:cTn>
                                        <p:tgtEl>
                                          <p:spTgt spid="7"/>
                                        </p:tgtEl>
                                        <p:attrNameLst>
                                          <p:attrName>ppt_y</p:attrName>
                                        </p:attrNameLst>
                                      </p:cBhvr>
                                      <p:tavLst>
                                        <p:tav tm="0" fmla="#ppt_y-sin(pi*$)/27">
                                          <p:val>
                                            <p:strVal val="0"/>
                                          </p:val>
                                        </p:tav>
                                        <p:tav tm="100000">
                                          <p:val>
                                            <p:strVal val="1"/>
                                          </p:val>
                                        </p:tav>
                                      </p:tavLst>
                                    </p:anim>
                                    <p:anim calcmode="lin" valueType="num">
                                      <p:cBhvr>
                                        <p:cTn id="50" dur="164">
                                          <p:stCondLst>
                                            <p:cond delay="1656"/>
                                          </p:stCondLst>
                                        </p:cTn>
                                        <p:tgtEl>
                                          <p:spTgt spid="7"/>
                                        </p:tgtEl>
                                        <p:attrNameLst>
                                          <p:attrName>ppt_y</p:attrName>
                                        </p:attrNameLst>
                                      </p:cBhvr>
                                      <p:tavLst>
                                        <p:tav tm="0" fmla="#ppt_y-sin(pi*$)/81">
                                          <p:val>
                                            <p:strVal val="0"/>
                                          </p:val>
                                        </p:tav>
                                        <p:tav tm="100000">
                                          <p:val>
                                            <p:strVal val="1"/>
                                          </p:val>
                                        </p:tav>
                                      </p:tavLst>
                                    </p:anim>
                                  </p:childTnLst>
                                </p:cTn>
                              </p:par>
                              <p:par>
                                <p:cTn id="51" presetID="26" presetClass="entr" presetSubtype="0" fill="hold" nodeType="with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wipe(down)">
                                      <p:cBhvr>
                                        <p:cTn id="53" dur="580">
                                          <p:stCondLst>
                                            <p:cond delay="0"/>
                                          </p:stCondLst>
                                        </p:cTn>
                                        <p:tgtEl>
                                          <p:spTgt spid="8"/>
                                        </p:tgtEl>
                                      </p:cBhvr>
                                    </p:animEffect>
                                    <p:anim calcmode="lin" valueType="num">
                                      <p:cBhvr>
                                        <p:cTn id="54" dur="1822">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55" dur="664">
                                          <p:stCondLst>
                                            <p:cond delay="0"/>
                                          </p:stCondLst>
                                        </p:cTn>
                                        <p:tgtEl>
                                          <p:spTgt spid="8"/>
                                        </p:tgtEl>
                                        <p:attrNameLst>
                                          <p:attrName>ppt_y</p:attrName>
                                        </p:attrNameLst>
                                      </p:cBhvr>
                                      <p:tavLst>
                                        <p:tav tm="0" fmla="#ppt_y-sin(pi*$)/3">
                                          <p:val>
                                            <p:strVal val="0.5"/>
                                          </p:val>
                                        </p:tav>
                                        <p:tav tm="100000">
                                          <p:val>
                                            <p:strVal val="1"/>
                                          </p:val>
                                        </p:tav>
                                      </p:tavLst>
                                    </p:anim>
                                    <p:anim calcmode="lin" valueType="num">
                                      <p:cBhvr>
                                        <p:cTn id="56" dur="664">
                                          <p:stCondLst>
                                            <p:cond delay="664"/>
                                          </p:stCondLst>
                                        </p:cTn>
                                        <p:tgtEl>
                                          <p:spTgt spid="8"/>
                                        </p:tgtEl>
                                        <p:attrNameLst>
                                          <p:attrName>ppt_y</p:attrName>
                                        </p:attrNameLst>
                                      </p:cBhvr>
                                      <p:tavLst>
                                        <p:tav tm="0" fmla="#ppt_y-sin(pi*$)/9">
                                          <p:val>
                                            <p:strVal val="0"/>
                                          </p:val>
                                        </p:tav>
                                        <p:tav tm="100000">
                                          <p:val>
                                            <p:strVal val="1"/>
                                          </p:val>
                                        </p:tav>
                                      </p:tavLst>
                                    </p:anim>
                                    <p:anim calcmode="lin" valueType="num">
                                      <p:cBhvr>
                                        <p:cTn id="57" dur="332">
                                          <p:stCondLst>
                                            <p:cond delay="1324"/>
                                          </p:stCondLst>
                                        </p:cTn>
                                        <p:tgtEl>
                                          <p:spTgt spid="8"/>
                                        </p:tgtEl>
                                        <p:attrNameLst>
                                          <p:attrName>ppt_y</p:attrName>
                                        </p:attrNameLst>
                                      </p:cBhvr>
                                      <p:tavLst>
                                        <p:tav tm="0" fmla="#ppt_y-sin(pi*$)/27">
                                          <p:val>
                                            <p:strVal val="0"/>
                                          </p:val>
                                        </p:tav>
                                        <p:tav tm="100000">
                                          <p:val>
                                            <p:strVal val="1"/>
                                          </p:val>
                                        </p:tav>
                                      </p:tavLst>
                                    </p:anim>
                                    <p:anim calcmode="lin" valueType="num">
                                      <p:cBhvr>
                                        <p:cTn id="58" dur="164">
                                          <p:stCondLst>
                                            <p:cond delay="1656"/>
                                          </p:stCondLst>
                                        </p:cTn>
                                        <p:tgtEl>
                                          <p:spTgt spid="8"/>
                                        </p:tgtEl>
                                        <p:attrNameLst>
                                          <p:attrName>ppt_y</p:attrName>
                                        </p:attrNameLst>
                                      </p:cBhvr>
                                      <p:tavLst>
                                        <p:tav tm="0" fmla="#ppt_y-sin(pi*$)/81">
                                          <p:val>
                                            <p:strVal val="0"/>
                                          </p:val>
                                        </p:tav>
                                        <p:tav tm="100000">
                                          <p:val>
                                            <p:strVal val="1"/>
                                          </p:val>
                                        </p:tav>
                                      </p:tavLst>
                                    </p:anim>
                                  </p:childTnLst>
                                </p:cTn>
                              </p:par>
                              <p:par>
                                <p:cTn id="59" presetID="26" presetClass="entr" presetSubtype="0"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wipe(down)">
                                      <p:cBhvr>
                                        <p:cTn id="61" dur="580">
                                          <p:stCondLst>
                                            <p:cond delay="0"/>
                                          </p:stCondLst>
                                        </p:cTn>
                                        <p:tgtEl>
                                          <p:spTgt spid="9"/>
                                        </p:tgtEl>
                                      </p:cBhvr>
                                    </p:animEffect>
                                    <p:anim calcmode="lin" valueType="num">
                                      <p:cBhvr>
                                        <p:cTn id="62" dur="1822">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63" dur="664">
                                          <p:stCondLst>
                                            <p:cond delay="0"/>
                                          </p:stCondLst>
                                        </p:cTn>
                                        <p:tgtEl>
                                          <p:spTgt spid="9"/>
                                        </p:tgtEl>
                                        <p:attrNameLst>
                                          <p:attrName>ppt_y</p:attrName>
                                        </p:attrNameLst>
                                      </p:cBhvr>
                                      <p:tavLst>
                                        <p:tav tm="0" fmla="#ppt_y-sin(pi*$)/3">
                                          <p:val>
                                            <p:strVal val="0.5"/>
                                          </p:val>
                                        </p:tav>
                                        <p:tav tm="100000">
                                          <p:val>
                                            <p:strVal val="1"/>
                                          </p:val>
                                        </p:tav>
                                      </p:tavLst>
                                    </p:anim>
                                    <p:anim calcmode="lin" valueType="num">
                                      <p:cBhvr>
                                        <p:cTn id="64" dur="664">
                                          <p:stCondLst>
                                            <p:cond delay="664"/>
                                          </p:stCondLst>
                                        </p:cTn>
                                        <p:tgtEl>
                                          <p:spTgt spid="9"/>
                                        </p:tgtEl>
                                        <p:attrNameLst>
                                          <p:attrName>ppt_y</p:attrName>
                                        </p:attrNameLst>
                                      </p:cBhvr>
                                      <p:tavLst>
                                        <p:tav tm="0" fmla="#ppt_y-sin(pi*$)/9">
                                          <p:val>
                                            <p:strVal val="0"/>
                                          </p:val>
                                        </p:tav>
                                        <p:tav tm="100000">
                                          <p:val>
                                            <p:strVal val="1"/>
                                          </p:val>
                                        </p:tav>
                                      </p:tavLst>
                                    </p:anim>
                                    <p:anim calcmode="lin" valueType="num">
                                      <p:cBhvr>
                                        <p:cTn id="65" dur="332">
                                          <p:stCondLst>
                                            <p:cond delay="1324"/>
                                          </p:stCondLst>
                                        </p:cTn>
                                        <p:tgtEl>
                                          <p:spTgt spid="9"/>
                                        </p:tgtEl>
                                        <p:attrNameLst>
                                          <p:attrName>ppt_y</p:attrName>
                                        </p:attrNameLst>
                                      </p:cBhvr>
                                      <p:tavLst>
                                        <p:tav tm="0" fmla="#ppt_y-sin(pi*$)/27">
                                          <p:val>
                                            <p:strVal val="0"/>
                                          </p:val>
                                        </p:tav>
                                        <p:tav tm="100000">
                                          <p:val>
                                            <p:strVal val="1"/>
                                          </p:val>
                                        </p:tav>
                                      </p:tavLst>
                                    </p:anim>
                                    <p:anim calcmode="lin" valueType="num">
                                      <p:cBhvr>
                                        <p:cTn id="66" dur="164">
                                          <p:stCondLst>
                                            <p:cond delay="1656"/>
                                          </p:stCondLst>
                                        </p:cTn>
                                        <p:tgtEl>
                                          <p:spTgt spid="9"/>
                                        </p:tgtEl>
                                        <p:attrNameLst>
                                          <p:attrName>ppt_y</p:attrName>
                                        </p:attrNameLst>
                                      </p:cBhvr>
                                      <p:tavLst>
                                        <p:tav tm="0" fmla="#ppt_y-sin(pi*$)/81">
                                          <p:val>
                                            <p:strVal val="0"/>
                                          </p:val>
                                        </p:tav>
                                        <p:tav tm="100000">
                                          <p:val>
                                            <p:strVal val="1"/>
                                          </p:val>
                                        </p:tav>
                                      </p:tavLst>
                                    </p:anim>
                                  </p:childTnLst>
                                </p:cTn>
                              </p:par>
                              <p:par>
                                <p:cTn id="67" presetID="26" presetClass="entr" presetSubtype="0" fill="hold" grpId="0" nodeType="withEffect">
                                  <p:stCondLst>
                                    <p:cond delay="0"/>
                                  </p:stCondLst>
                                  <p:childTnLst>
                                    <p:set>
                                      <p:cBhvr>
                                        <p:cTn id="68" dur="1" fill="hold">
                                          <p:stCondLst>
                                            <p:cond delay="0"/>
                                          </p:stCondLst>
                                        </p:cTn>
                                        <p:tgtEl>
                                          <p:spTgt spid="10"/>
                                        </p:tgtEl>
                                        <p:attrNameLst>
                                          <p:attrName>style.visibility</p:attrName>
                                        </p:attrNameLst>
                                      </p:cBhvr>
                                      <p:to>
                                        <p:strVal val="visible"/>
                                      </p:to>
                                    </p:set>
                                    <p:animEffect transition="in" filter="wipe(down)">
                                      <p:cBhvr>
                                        <p:cTn id="69" dur="580">
                                          <p:stCondLst>
                                            <p:cond delay="0"/>
                                          </p:stCondLst>
                                        </p:cTn>
                                        <p:tgtEl>
                                          <p:spTgt spid="10"/>
                                        </p:tgtEl>
                                      </p:cBhvr>
                                    </p:animEffect>
                                    <p:anim calcmode="lin" valueType="num">
                                      <p:cBhvr>
                                        <p:cTn id="70" dur="1822">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71" dur="664">
                                          <p:stCondLst>
                                            <p:cond delay="0"/>
                                          </p:stCondLst>
                                        </p:cTn>
                                        <p:tgtEl>
                                          <p:spTgt spid="10"/>
                                        </p:tgtEl>
                                        <p:attrNameLst>
                                          <p:attrName>ppt_y</p:attrName>
                                        </p:attrNameLst>
                                      </p:cBhvr>
                                      <p:tavLst>
                                        <p:tav tm="0" fmla="#ppt_y-sin(pi*$)/3">
                                          <p:val>
                                            <p:strVal val="0.5"/>
                                          </p:val>
                                        </p:tav>
                                        <p:tav tm="100000">
                                          <p:val>
                                            <p:strVal val="1"/>
                                          </p:val>
                                        </p:tav>
                                      </p:tavLst>
                                    </p:anim>
                                    <p:anim calcmode="lin" valueType="num">
                                      <p:cBhvr>
                                        <p:cTn id="72" dur="664">
                                          <p:stCondLst>
                                            <p:cond delay="664"/>
                                          </p:stCondLst>
                                        </p:cTn>
                                        <p:tgtEl>
                                          <p:spTgt spid="10"/>
                                        </p:tgtEl>
                                        <p:attrNameLst>
                                          <p:attrName>ppt_y</p:attrName>
                                        </p:attrNameLst>
                                      </p:cBhvr>
                                      <p:tavLst>
                                        <p:tav tm="0" fmla="#ppt_y-sin(pi*$)/9">
                                          <p:val>
                                            <p:strVal val="0"/>
                                          </p:val>
                                        </p:tav>
                                        <p:tav tm="100000">
                                          <p:val>
                                            <p:strVal val="1"/>
                                          </p:val>
                                        </p:tav>
                                      </p:tavLst>
                                    </p:anim>
                                    <p:anim calcmode="lin" valueType="num">
                                      <p:cBhvr>
                                        <p:cTn id="73" dur="332">
                                          <p:stCondLst>
                                            <p:cond delay="1324"/>
                                          </p:stCondLst>
                                        </p:cTn>
                                        <p:tgtEl>
                                          <p:spTgt spid="10"/>
                                        </p:tgtEl>
                                        <p:attrNameLst>
                                          <p:attrName>ppt_y</p:attrName>
                                        </p:attrNameLst>
                                      </p:cBhvr>
                                      <p:tavLst>
                                        <p:tav tm="0" fmla="#ppt_y-sin(pi*$)/27">
                                          <p:val>
                                            <p:strVal val="0"/>
                                          </p:val>
                                        </p:tav>
                                        <p:tav tm="100000">
                                          <p:val>
                                            <p:strVal val="1"/>
                                          </p:val>
                                        </p:tav>
                                      </p:tavLst>
                                    </p:anim>
                                    <p:anim calcmode="lin" valueType="num">
                                      <p:cBhvr>
                                        <p:cTn id="74" dur="164">
                                          <p:stCondLst>
                                            <p:cond delay="1656"/>
                                          </p:stCondLst>
                                        </p:cTn>
                                        <p:tgtEl>
                                          <p:spTgt spid="10"/>
                                        </p:tgtEl>
                                        <p:attrNameLst>
                                          <p:attrName>ppt_y</p:attrName>
                                        </p:attrNameLst>
                                      </p:cBhvr>
                                      <p:tavLst>
                                        <p:tav tm="0" fmla="#ppt_y-sin(pi*$)/81">
                                          <p:val>
                                            <p:strVal val="0"/>
                                          </p:val>
                                        </p:tav>
                                        <p:tav tm="100000">
                                          <p:val>
                                            <p:strVal val="1"/>
                                          </p:val>
                                        </p:tav>
                                      </p:tavLst>
                                    </p:anim>
                                  </p:childTnLst>
                                </p:cTn>
                              </p:par>
                              <p:par>
                                <p:cTn id="75" presetID="26" presetClass="entr" presetSubtype="0" fill="hold" nodeType="withEffect">
                                  <p:stCondLst>
                                    <p:cond delay="0"/>
                                  </p:stCondLst>
                                  <p:childTnLst>
                                    <p:set>
                                      <p:cBhvr>
                                        <p:cTn id="76" dur="1" fill="hold">
                                          <p:stCondLst>
                                            <p:cond delay="0"/>
                                          </p:stCondLst>
                                        </p:cTn>
                                        <p:tgtEl>
                                          <p:spTgt spid="12"/>
                                        </p:tgtEl>
                                        <p:attrNameLst>
                                          <p:attrName>style.visibility</p:attrName>
                                        </p:attrNameLst>
                                      </p:cBhvr>
                                      <p:to>
                                        <p:strVal val="visible"/>
                                      </p:to>
                                    </p:set>
                                    <p:animEffect transition="in" filter="wipe(down)">
                                      <p:cBhvr>
                                        <p:cTn id="77" dur="580">
                                          <p:stCondLst>
                                            <p:cond delay="0"/>
                                          </p:stCondLst>
                                        </p:cTn>
                                        <p:tgtEl>
                                          <p:spTgt spid="12"/>
                                        </p:tgtEl>
                                      </p:cBhvr>
                                    </p:animEffect>
                                    <p:anim calcmode="lin" valueType="num">
                                      <p:cBhvr>
                                        <p:cTn id="78" dur="1822">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79" dur="664">
                                          <p:stCondLst>
                                            <p:cond delay="0"/>
                                          </p:stCondLst>
                                        </p:cTn>
                                        <p:tgtEl>
                                          <p:spTgt spid="12"/>
                                        </p:tgtEl>
                                        <p:attrNameLst>
                                          <p:attrName>ppt_y</p:attrName>
                                        </p:attrNameLst>
                                      </p:cBhvr>
                                      <p:tavLst>
                                        <p:tav tm="0" fmla="#ppt_y-sin(pi*$)/3">
                                          <p:val>
                                            <p:strVal val="0.5"/>
                                          </p:val>
                                        </p:tav>
                                        <p:tav tm="100000">
                                          <p:val>
                                            <p:strVal val="1"/>
                                          </p:val>
                                        </p:tav>
                                      </p:tavLst>
                                    </p:anim>
                                    <p:anim calcmode="lin" valueType="num">
                                      <p:cBhvr>
                                        <p:cTn id="80" dur="664">
                                          <p:stCondLst>
                                            <p:cond delay="664"/>
                                          </p:stCondLst>
                                        </p:cTn>
                                        <p:tgtEl>
                                          <p:spTgt spid="12"/>
                                        </p:tgtEl>
                                        <p:attrNameLst>
                                          <p:attrName>ppt_y</p:attrName>
                                        </p:attrNameLst>
                                      </p:cBhvr>
                                      <p:tavLst>
                                        <p:tav tm="0" fmla="#ppt_y-sin(pi*$)/9">
                                          <p:val>
                                            <p:strVal val="0"/>
                                          </p:val>
                                        </p:tav>
                                        <p:tav tm="100000">
                                          <p:val>
                                            <p:strVal val="1"/>
                                          </p:val>
                                        </p:tav>
                                      </p:tavLst>
                                    </p:anim>
                                    <p:anim calcmode="lin" valueType="num">
                                      <p:cBhvr>
                                        <p:cTn id="81" dur="332">
                                          <p:stCondLst>
                                            <p:cond delay="1324"/>
                                          </p:stCondLst>
                                        </p:cTn>
                                        <p:tgtEl>
                                          <p:spTgt spid="12"/>
                                        </p:tgtEl>
                                        <p:attrNameLst>
                                          <p:attrName>ppt_y</p:attrName>
                                        </p:attrNameLst>
                                      </p:cBhvr>
                                      <p:tavLst>
                                        <p:tav tm="0" fmla="#ppt_y-sin(pi*$)/27">
                                          <p:val>
                                            <p:strVal val="0"/>
                                          </p:val>
                                        </p:tav>
                                        <p:tav tm="100000">
                                          <p:val>
                                            <p:strVal val="1"/>
                                          </p:val>
                                        </p:tav>
                                      </p:tavLst>
                                    </p:anim>
                                    <p:anim calcmode="lin" valueType="num">
                                      <p:cBhvr>
                                        <p:cTn id="82" dur="164">
                                          <p:stCondLst>
                                            <p:cond delay="1656"/>
                                          </p:stCondLst>
                                        </p:cTn>
                                        <p:tgtEl>
                                          <p:spTgt spid="12"/>
                                        </p:tgtEl>
                                        <p:attrNameLst>
                                          <p:attrName>ppt_y</p:attrName>
                                        </p:attrNameLst>
                                      </p:cBhvr>
                                      <p:tavLst>
                                        <p:tav tm="0" fmla="#ppt_y-sin(pi*$)/81">
                                          <p:val>
                                            <p:strVal val="0"/>
                                          </p:val>
                                        </p:tav>
                                        <p:tav tm="100000">
                                          <p:val>
                                            <p:strVal val="1"/>
                                          </p:val>
                                        </p:tav>
                                      </p:tavLst>
                                    </p:anim>
                                  </p:childTnLst>
                                </p:cTn>
                              </p:par>
                              <p:par>
                                <p:cTn id="83" presetID="26" presetClass="entr" presetSubtype="0" fill="hold" grpId="0" nodeType="withEffect">
                                  <p:stCondLst>
                                    <p:cond delay="0"/>
                                  </p:stCondLst>
                                  <p:childTnLst>
                                    <p:set>
                                      <p:cBhvr>
                                        <p:cTn id="84" dur="1" fill="hold">
                                          <p:stCondLst>
                                            <p:cond delay="0"/>
                                          </p:stCondLst>
                                        </p:cTn>
                                        <p:tgtEl>
                                          <p:spTgt spid="11"/>
                                        </p:tgtEl>
                                        <p:attrNameLst>
                                          <p:attrName>style.visibility</p:attrName>
                                        </p:attrNameLst>
                                      </p:cBhvr>
                                      <p:to>
                                        <p:strVal val="visible"/>
                                      </p:to>
                                    </p:set>
                                    <p:animEffect transition="in" filter="wipe(down)">
                                      <p:cBhvr>
                                        <p:cTn id="85" dur="580">
                                          <p:stCondLst>
                                            <p:cond delay="0"/>
                                          </p:stCondLst>
                                        </p:cTn>
                                        <p:tgtEl>
                                          <p:spTgt spid="11"/>
                                        </p:tgtEl>
                                      </p:cBhvr>
                                    </p:animEffect>
                                    <p:anim calcmode="lin" valueType="num">
                                      <p:cBhvr>
                                        <p:cTn id="86" dur="1822">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87" dur="664">
                                          <p:stCondLst>
                                            <p:cond delay="0"/>
                                          </p:stCondLst>
                                        </p:cTn>
                                        <p:tgtEl>
                                          <p:spTgt spid="11"/>
                                        </p:tgtEl>
                                        <p:attrNameLst>
                                          <p:attrName>ppt_y</p:attrName>
                                        </p:attrNameLst>
                                      </p:cBhvr>
                                      <p:tavLst>
                                        <p:tav tm="0" fmla="#ppt_y-sin(pi*$)/3">
                                          <p:val>
                                            <p:strVal val="0.5"/>
                                          </p:val>
                                        </p:tav>
                                        <p:tav tm="100000">
                                          <p:val>
                                            <p:strVal val="1"/>
                                          </p:val>
                                        </p:tav>
                                      </p:tavLst>
                                    </p:anim>
                                    <p:anim calcmode="lin" valueType="num">
                                      <p:cBhvr>
                                        <p:cTn id="88" dur="664">
                                          <p:stCondLst>
                                            <p:cond delay="664"/>
                                          </p:stCondLst>
                                        </p:cTn>
                                        <p:tgtEl>
                                          <p:spTgt spid="11"/>
                                        </p:tgtEl>
                                        <p:attrNameLst>
                                          <p:attrName>ppt_y</p:attrName>
                                        </p:attrNameLst>
                                      </p:cBhvr>
                                      <p:tavLst>
                                        <p:tav tm="0" fmla="#ppt_y-sin(pi*$)/9">
                                          <p:val>
                                            <p:strVal val="0"/>
                                          </p:val>
                                        </p:tav>
                                        <p:tav tm="100000">
                                          <p:val>
                                            <p:strVal val="1"/>
                                          </p:val>
                                        </p:tav>
                                      </p:tavLst>
                                    </p:anim>
                                    <p:anim calcmode="lin" valueType="num">
                                      <p:cBhvr>
                                        <p:cTn id="89" dur="332">
                                          <p:stCondLst>
                                            <p:cond delay="1324"/>
                                          </p:stCondLst>
                                        </p:cTn>
                                        <p:tgtEl>
                                          <p:spTgt spid="11"/>
                                        </p:tgtEl>
                                        <p:attrNameLst>
                                          <p:attrName>ppt_y</p:attrName>
                                        </p:attrNameLst>
                                      </p:cBhvr>
                                      <p:tavLst>
                                        <p:tav tm="0" fmla="#ppt_y-sin(pi*$)/27">
                                          <p:val>
                                            <p:strVal val="0"/>
                                          </p:val>
                                        </p:tav>
                                        <p:tav tm="100000">
                                          <p:val>
                                            <p:strVal val="1"/>
                                          </p:val>
                                        </p:tav>
                                      </p:tavLst>
                                    </p:anim>
                                    <p:anim calcmode="lin" valueType="num">
                                      <p:cBhvr>
                                        <p:cTn id="90" dur="164">
                                          <p:stCondLst>
                                            <p:cond delay="1656"/>
                                          </p:stCondLst>
                                        </p:cTn>
                                        <p:tgtEl>
                                          <p:spTgt spid="11"/>
                                        </p:tgtEl>
                                        <p:attrNameLst>
                                          <p:attrName>ppt_y</p:attrName>
                                        </p:attrNameLst>
                                      </p:cBhvr>
                                      <p:tavLst>
                                        <p:tav tm="0" fmla="#ppt_y-sin(pi*$)/81">
                                          <p:val>
                                            <p:strVal val="0"/>
                                          </p:val>
                                        </p:tav>
                                        <p:tav tm="100000">
                                          <p:val>
                                            <p:str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animBg="1"/>
      <p:bldP spid="7" grpId="0" animBg="1"/>
      <p:bldP spid="9" grpId="0"/>
      <p:bldP spid="10" grpId="0" animBg="1"/>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name="Slide11">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6B4F03D8-8B4C-DFAE-3EFF-86EBFB64F1C8}"/>
              </a:ext>
            </a:extLst>
          </p:cNvPr>
          <p:cNvSpPr/>
          <p:nvPr/>
        </p:nvSpPr>
        <p:spPr>
          <a:xfrm>
            <a:off x="184169" y="155448"/>
            <a:ext cx="8210022" cy="6124751"/>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sng" strike="noStrike" kern="1200" cap="none" spc="0" baseline="0">
                <a:solidFill>
                  <a:srgbClr val="C00000"/>
                </a:solidFill>
                <a:uFillTx/>
                <a:latin typeface="Calibri"/>
              </a:rPr>
              <a:t>CONCLUSION OF THE SYSTEM</a:t>
            </a:r>
            <a:r>
              <a:rPr lang="en-US" sz="3600" b="1" i="0" u="none" strike="noStrike" kern="1200" cap="none" spc="0" baseline="0">
                <a:solidFill>
                  <a:srgbClr val="C00000"/>
                </a:solidFill>
                <a:uFillTx/>
                <a:latin typeface="Calibri"/>
              </a:rPr>
              <a: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1" i="0" u="none" strike="noStrike" kern="1200" cap="none" spc="0" baseline="0">
              <a:solidFill>
                <a:srgbClr val="000000"/>
              </a:solidFill>
              <a:uFillTx/>
              <a:latin typeface="Calibri"/>
            </a:endParaRPr>
          </a:p>
          <a:p>
            <a:pPr marL="285750" marR="0" lvl="0" indent="-28575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rPr>
              <a:t>The combination of MPC and ACC in an </a:t>
            </a:r>
            <a:r>
              <a:rPr lang="en-IN" sz="2000" b="1" i="0" u="none" strike="noStrike" kern="0" cap="none" spc="0" baseline="0">
                <a:solidFill>
                  <a:srgbClr val="040C28"/>
                </a:solidFill>
                <a:uFillTx/>
                <a:latin typeface="Google Sans"/>
              </a:rPr>
              <a:t>A</a:t>
            </a:r>
            <a:r>
              <a:rPr lang="en-IN" sz="2000" b="0" i="0" u="none" strike="noStrike" kern="0" cap="none" spc="0" baseline="0">
                <a:solidFill>
                  <a:srgbClr val="040C28"/>
                </a:solidFill>
                <a:uFillTx/>
                <a:latin typeface="Google Sans"/>
              </a:rPr>
              <a:t>dvanced </a:t>
            </a:r>
            <a:r>
              <a:rPr lang="en-IN" sz="2000" b="1" i="0" u="none" strike="noStrike" kern="0" cap="none" spc="0" baseline="0">
                <a:solidFill>
                  <a:srgbClr val="040C28"/>
                </a:solidFill>
                <a:uFillTx/>
                <a:latin typeface="Google Sans"/>
              </a:rPr>
              <a:t>D</a:t>
            </a:r>
            <a:r>
              <a:rPr lang="en-IN" sz="2000" b="0" i="0" u="none" strike="noStrike" kern="0" cap="none" spc="0" baseline="0">
                <a:solidFill>
                  <a:srgbClr val="040C28"/>
                </a:solidFill>
                <a:uFillTx/>
                <a:latin typeface="Google Sans"/>
              </a:rPr>
              <a:t>river-</a:t>
            </a:r>
            <a:r>
              <a:rPr lang="en-IN" sz="2000" b="1" i="0" u="none" strike="noStrike" kern="0" cap="none" spc="0" baseline="0">
                <a:solidFill>
                  <a:srgbClr val="040C28"/>
                </a:solidFill>
                <a:uFillTx/>
                <a:latin typeface="Google Sans"/>
              </a:rPr>
              <a:t>A</a:t>
            </a:r>
            <a:r>
              <a:rPr lang="en-IN" sz="2000" b="0" i="0" u="none" strike="noStrike" kern="0" cap="none" spc="0" baseline="0">
                <a:solidFill>
                  <a:srgbClr val="040C28"/>
                </a:solidFill>
                <a:uFillTx/>
                <a:latin typeface="Google Sans"/>
              </a:rPr>
              <a:t>ssistance </a:t>
            </a:r>
            <a:r>
              <a:rPr lang="en-IN" sz="2000" b="1" i="0" u="none" strike="noStrike" kern="0" cap="none" spc="0" baseline="0">
                <a:solidFill>
                  <a:srgbClr val="040C28"/>
                </a:solidFill>
                <a:uFillTx/>
                <a:latin typeface="Google Sans"/>
              </a:rPr>
              <a:t>S</a:t>
            </a:r>
            <a:r>
              <a:rPr lang="en-IN" sz="2000" b="0" i="0" u="none" strike="noStrike" kern="0" cap="none" spc="0" baseline="0">
                <a:solidFill>
                  <a:srgbClr val="040C28"/>
                </a:solidFill>
                <a:uFillTx/>
                <a:latin typeface="Google Sans"/>
              </a:rPr>
              <a:t>ystems</a:t>
            </a:r>
            <a:r>
              <a:rPr lang="en-IN" sz="2000" b="0" i="0" u="none" strike="noStrike" kern="0" cap="none" spc="0" baseline="0">
                <a:solidFill>
                  <a:srgbClr val="202124"/>
                </a:solidFill>
                <a:uFillTx/>
                <a:latin typeface="Google Sans"/>
              </a:rPr>
              <a:t> </a:t>
            </a:r>
            <a:r>
              <a:rPr lang="en-IN" sz="2000" b="1" i="0" u="none" strike="noStrike" kern="0" cap="none" spc="0" baseline="0">
                <a:solidFill>
                  <a:srgbClr val="202124"/>
                </a:solidFill>
                <a:uFillTx/>
                <a:latin typeface="Google Sans"/>
              </a:rPr>
              <a:t>(ADAS)</a:t>
            </a:r>
            <a:r>
              <a:rPr lang="en-US" sz="2000" b="0" i="0" u="none" strike="noStrike" kern="1200" cap="none" spc="0" baseline="0">
                <a:solidFill>
                  <a:srgbClr val="000000"/>
                </a:solidFill>
                <a:uFillTx/>
                <a:latin typeface="Calibri"/>
              </a:rPr>
              <a:t> provides an </a:t>
            </a:r>
            <a:r>
              <a:rPr lang="en-IN" sz="2000" b="0" i="0" u="none" strike="noStrike" kern="0" cap="none" spc="0" baseline="0">
                <a:solidFill>
                  <a:srgbClr val="202124"/>
                </a:solidFill>
                <a:uFillTx/>
                <a:latin typeface="Google Sans"/>
              </a:rPr>
              <a:t>absolute</a:t>
            </a:r>
            <a:r>
              <a:rPr lang="en-US" sz="2000" b="0" i="0" u="none" strike="noStrike" kern="1200" cap="none" spc="0" baseline="0">
                <a:solidFill>
                  <a:srgbClr val="000000"/>
                </a:solidFill>
                <a:uFillTx/>
                <a:latin typeface="Calibri"/>
              </a:rPr>
              <a:t> solution for autonomous vehicle control. MPC enhances the overall vehicle control by considering various dynamic aspects and optimizing control actions in real-time. ACC adds an additional layer of safety by intelligently adjusting the vehicle's speed to maintain safe distances, reducing the risk of </a:t>
            </a:r>
            <a:r>
              <a:rPr lang="en-IN" sz="2000" b="0" i="0" u="none" strike="noStrike" kern="0" cap="none" spc="0" baseline="0">
                <a:solidFill>
                  <a:srgbClr val="202124"/>
                </a:solidFill>
                <a:uFillTx/>
                <a:latin typeface="Google Sans"/>
              </a:rPr>
              <a:t>accident</a:t>
            </a:r>
            <a:r>
              <a:rPr lang="en-US" sz="2000" b="0" i="0" u="none" strike="noStrike" kern="1200" cap="none" spc="0" baseline="0">
                <a:solidFill>
                  <a:srgbClr val="000000"/>
                </a:solidFill>
                <a:uFillTx/>
                <a:latin typeface="Calibri"/>
              </a:rPr>
              <a: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1" i="0" u="none" strike="noStrike" kern="1200" cap="none" spc="0" baseline="0">
              <a:solidFill>
                <a:srgbClr val="000000"/>
              </a:solidFill>
              <a:uFillTx/>
              <a:latin typeface="Calibri"/>
            </a:endParaRPr>
          </a:p>
          <a:p>
            <a:pPr marL="285750" marR="0" lvl="0" indent="-28575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r>
              <a:rPr lang="en-US" sz="2000" b="1" i="0" u="sng" strike="noStrike" kern="1200" cap="none" spc="0" baseline="0">
                <a:solidFill>
                  <a:srgbClr val="000000"/>
                </a:solidFill>
                <a:uFillTx/>
                <a:latin typeface="Calibri"/>
              </a:rPr>
              <a:t>By utilizing these advanced methods</a:t>
            </a:r>
            <a:r>
              <a:rPr lang="en-US" sz="2000" b="1" i="0" u="none" strike="noStrike" kern="1200" cap="none" spc="0" baseline="0">
                <a:solidFill>
                  <a:srgbClr val="000000"/>
                </a:solidFill>
                <a:uFillTx/>
                <a:latin typeface="Calibri"/>
              </a:rPr>
              <a: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0" u="none" strike="noStrike" kern="1200" cap="none" spc="0" baseline="0">
              <a:solidFill>
                <a:srgbClr val="000000"/>
              </a:solidFill>
              <a:uFillTx/>
              <a:latin typeface="Calibri"/>
            </a:endParaRPr>
          </a:p>
          <a:p>
            <a:pPr marL="800100" marR="0" lvl="1"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rPr>
              <a:t>the </a:t>
            </a:r>
            <a:r>
              <a:rPr lang="en-IN" sz="2000" b="1" i="0" u="none" strike="noStrike" kern="0" cap="none" spc="0" baseline="0">
                <a:solidFill>
                  <a:srgbClr val="040C28"/>
                </a:solidFill>
                <a:uFillTx/>
                <a:latin typeface="Google Sans"/>
              </a:rPr>
              <a:t>A</a:t>
            </a:r>
            <a:r>
              <a:rPr lang="en-IN" sz="2000" b="0" i="0" u="none" strike="noStrike" kern="0" cap="none" spc="0" baseline="0">
                <a:solidFill>
                  <a:srgbClr val="040C28"/>
                </a:solidFill>
                <a:uFillTx/>
                <a:latin typeface="Google Sans"/>
              </a:rPr>
              <a:t>dvanced </a:t>
            </a:r>
            <a:r>
              <a:rPr lang="en-IN" sz="2000" b="1" i="0" u="none" strike="noStrike" kern="0" cap="none" spc="0" baseline="0">
                <a:solidFill>
                  <a:srgbClr val="040C28"/>
                </a:solidFill>
                <a:uFillTx/>
                <a:latin typeface="Google Sans"/>
              </a:rPr>
              <a:t>D</a:t>
            </a:r>
            <a:r>
              <a:rPr lang="en-IN" sz="2000" b="0" i="0" u="none" strike="noStrike" kern="0" cap="none" spc="0" baseline="0">
                <a:solidFill>
                  <a:srgbClr val="040C28"/>
                </a:solidFill>
                <a:uFillTx/>
                <a:latin typeface="Google Sans"/>
              </a:rPr>
              <a:t>river-</a:t>
            </a:r>
            <a:r>
              <a:rPr lang="en-IN" sz="2000" b="1" i="0" u="none" strike="noStrike" kern="0" cap="none" spc="0" baseline="0">
                <a:solidFill>
                  <a:srgbClr val="040C28"/>
                </a:solidFill>
                <a:uFillTx/>
                <a:latin typeface="Google Sans"/>
              </a:rPr>
              <a:t>A</a:t>
            </a:r>
            <a:r>
              <a:rPr lang="en-IN" sz="2000" b="0" i="0" u="none" strike="noStrike" kern="0" cap="none" spc="0" baseline="0">
                <a:solidFill>
                  <a:srgbClr val="040C28"/>
                </a:solidFill>
                <a:uFillTx/>
                <a:latin typeface="Google Sans"/>
              </a:rPr>
              <a:t>ssistance </a:t>
            </a:r>
            <a:r>
              <a:rPr lang="en-IN" sz="2000" b="1" i="0" u="none" strike="noStrike" kern="0" cap="none" spc="0" baseline="0">
                <a:solidFill>
                  <a:srgbClr val="040C28"/>
                </a:solidFill>
                <a:uFillTx/>
                <a:latin typeface="Google Sans"/>
              </a:rPr>
              <a:t>S</a:t>
            </a:r>
            <a:r>
              <a:rPr lang="en-IN" sz="2000" b="0" i="0" u="none" strike="noStrike" kern="0" cap="none" spc="0" baseline="0">
                <a:solidFill>
                  <a:srgbClr val="040C28"/>
                </a:solidFill>
                <a:uFillTx/>
                <a:latin typeface="Google Sans"/>
              </a:rPr>
              <a:t>ystems</a:t>
            </a:r>
            <a:r>
              <a:rPr lang="en-IN" sz="2000" b="0" i="0" u="none" strike="noStrike" kern="0" cap="none" spc="0" baseline="0">
                <a:solidFill>
                  <a:srgbClr val="202124"/>
                </a:solidFill>
                <a:uFillTx/>
                <a:latin typeface="Google Sans"/>
              </a:rPr>
              <a:t> </a:t>
            </a:r>
            <a:r>
              <a:rPr lang="en-IN" sz="2000" b="1" i="0" u="none" strike="noStrike" kern="0" cap="none" spc="0" baseline="0">
                <a:solidFill>
                  <a:srgbClr val="202124"/>
                </a:solidFill>
                <a:uFillTx/>
                <a:latin typeface="Google Sans"/>
              </a:rPr>
              <a:t>(ADAS)</a:t>
            </a:r>
            <a:r>
              <a:rPr lang="en-US" sz="2000" b="0" i="0" u="none" strike="noStrike" kern="1200" cap="none" spc="0" baseline="0">
                <a:solidFill>
                  <a:srgbClr val="000000"/>
                </a:solidFill>
                <a:uFillTx/>
                <a:latin typeface="Calibri"/>
              </a:rPr>
              <a:t> can Improve  the autonomous vehicle's performance.</a:t>
            </a:r>
          </a:p>
          <a:p>
            <a:pPr marL="800100" marR="0" lvl="1"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rPr>
              <a:t>Improve passenger safety and reduce the accidents. </a:t>
            </a:r>
          </a:p>
          <a:p>
            <a:pPr marL="800100" marR="0" lvl="1" indent="-34290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rPr>
              <a:t>Overall, the integration of MPC and ACC technologies offers an efficient approach for designing an </a:t>
            </a:r>
            <a:r>
              <a:rPr lang="en-IN" sz="2000" b="1" i="0" u="none" strike="noStrike" kern="0" cap="none" spc="0" baseline="0">
                <a:solidFill>
                  <a:srgbClr val="040C28"/>
                </a:solidFill>
                <a:uFillTx/>
                <a:latin typeface="Google Sans"/>
              </a:rPr>
              <a:t>A</a:t>
            </a:r>
            <a:r>
              <a:rPr lang="en-IN" sz="2000" b="0" i="0" u="none" strike="noStrike" kern="0" cap="none" spc="0" baseline="0">
                <a:solidFill>
                  <a:srgbClr val="040C28"/>
                </a:solidFill>
                <a:uFillTx/>
                <a:latin typeface="Google Sans"/>
              </a:rPr>
              <a:t>dvanced </a:t>
            </a:r>
            <a:r>
              <a:rPr lang="en-IN" sz="2000" b="1" i="0" u="none" strike="noStrike" kern="0" cap="none" spc="0" baseline="0">
                <a:solidFill>
                  <a:srgbClr val="040C28"/>
                </a:solidFill>
                <a:uFillTx/>
                <a:latin typeface="Google Sans"/>
              </a:rPr>
              <a:t>D</a:t>
            </a:r>
            <a:r>
              <a:rPr lang="en-IN" sz="2000" b="0" i="0" u="none" strike="noStrike" kern="0" cap="none" spc="0" baseline="0">
                <a:solidFill>
                  <a:srgbClr val="040C28"/>
                </a:solidFill>
                <a:uFillTx/>
                <a:latin typeface="Google Sans"/>
              </a:rPr>
              <a:t>river-</a:t>
            </a:r>
            <a:r>
              <a:rPr lang="en-IN" sz="2000" b="1" i="0" u="none" strike="noStrike" kern="0" cap="none" spc="0" baseline="0">
                <a:solidFill>
                  <a:srgbClr val="040C28"/>
                </a:solidFill>
                <a:uFillTx/>
                <a:latin typeface="Google Sans"/>
              </a:rPr>
              <a:t>A</a:t>
            </a:r>
            <a:r>
              <a:rPr lang="en-IN" sz="2000" b="0" i="0" u="none" strike="noStrike" kern="0" cap="none" spc="0" baseline="0">
                <a:solidFill>
                  <a:srgbClr val="040C28"/>
                </a:solidFill>
                <a:uFillTx/>
                <a:latin typeface="Google Sans"/>
              </a:rPr>
              <a:t>ssistance </a:t>
            </a:r>
            <a:r>
              <a:rPr lang="en-IN" sz="2000" b="1" i="0" u="none" strike="noStrike" kern="0" cap="none" spc="0" baseline="0">
                <a:solidFill>
                  <a:srgbClr val="040C28"/>
                </a:solidFill>
                <a:uFillTx/>
                <a:latin typeface="Google Sans"/>
              </a:rPr>
              <a:t>S</a:t>
            </a:r>
            <a:r>
              <a:rPr lang="en-IN" sz="2000" b="0" i="0" u="none" strike="noStrike" kern="0" cap="none" spc="0" baseline="0">
                <a:solidFill>
                  <a:srgbClr val="040C28"/>
                </a:solidFill>
                <a:uFillTx/>
                <a:latin typeface="Google Sans"/>
              </a:rPr>
              <a:t>ystems</a:t>
            </a:r>
            <a:r>
              <a:rPr lang="en-IN" sz="2000" b="0" i="0" u="none" strike="noStrike" kern="0" cap="none" spc="0" baseline="0">
                <a:solidFill>
                  <a:srgbClr val="202124"/>
                </a:solidFill>
                <a:uFillTx/>
                <a:latin typeface="Google Sans"/>
              </a:rPr>
              <a:t> </a:t>
            </a:r>
            <a:r>
              <a:rPr lang="en-IN" sz="2000" b="1" i="0" u="none" strike="noStrike" kern="0" cap="none" spc="0" baseline="0">
                <a:solidFill>
                  <a:srgbClr val="202124"/>
                </a:solidFill>
                <a:uFillTx/>
                <a:latin typeface="Google Sans"/>
              </a:rPr>
              <a:t>(ADAS)</a:t>
            </a:r>
            <a:r>
              <a:rPr lang="en-US" sz="2000" b="0" i="0" u="none" strike="noStrike" kern="1200" cap="none" spc="0" baseline="0">
                <a:solidFill>
                  <a:srgbClr val="000000"/>
                </a:solidFill>
                <a:uFillTx/>
                <a:latin typeface="Calibri"/>
              </a:rPr>
              <a:t> that can contribute to the success of autonomous vehicles in the future.</a:t>
            </a:r>
            <a:endParaRPr lang="en-US" sz="2000" b="1" i="0" u="none" strike="noStrike" kern="1200" cap="none" spc="0" baseline="0">
              <a:solidFill>
                <a:srgbClr val="000000"/>
              </a:solidFill>
              <a:uFillTx/>
              <a:latin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1" i="0" u="none" strike="noStrike" kern="1200" cap="none" spc="0" baseline="0">
              <a:solidFill>
                <a:srgbClr val="000000"/>
              </a:solidFill>
              <a:uFillTx/>
              <a:latin typeface="Calibri"/>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 calcmode="lin" valueType="num">
                                      <p:cBhvr>
                                        <p:cTn id="1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18" dur="500" fill="hold"/>
                                        <p:tgtEl>
                                          <p:spTgt spid="2">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anim calcmode="lin" valueType="num">
                                      <p:cBhvr>
                                        <p:cTn id="21"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2" dur="500" fill="hold"/>
                                        <p:tgtEl>
                                          <p:spTgt spid="2">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anim calcmode="lin" valueType="num">
                                      <p:cBhvr>
                                        <p:cTn id="25"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26" dur="500" fill="hold"/>
                                        <p:tgtEl>
                                          <p:spTgt spid="2">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anim calcmode="lin" valueType="num">
                                      <p:cBhvr>
                                        <p:cTn id="29"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0"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ooks 16x9">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Blue%20bookstack%20presentation%20(widescreen)</Template>
  <TotalTime>1948</TotalTime>
  <Words>1353</Words>
  <Application>Microsoft Office PowerPoint</Application>
  <PresentationFormat>Custom</PresentationFormat>
  <Paragraphs>206</Paragraphs>
  <Slides>25</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25</vt:i4>
      </vt:variant>
    </vt:vector>
  </HeadingPairs>
  <TitlesOfParts>
    <vt:vector size="38" baseType="lpstr">
      <vt:lpstr>Aptos</vt:lpstr>
      <vt:lpstr>Arial</vt:lpstr>
      <vt:lpstr>Calibri</vt:lpstr>
      <vt:lpstr>Calibri Light</vt:lpstr>
      <vt:lpstr>Cambria Math</vt:lpstr>
      <vt:lpstr>Century Gothic</vt:lpstr>
      <vt:lpstr>Google Sans</vt:lpstr>
      <vt:lpstr>Rockwell</vt:lpstr>
      <vt:lpstr>Rockwell Condensed</vt:lpstr>
      <vt:lpstr>Söhne</vt:lpstr>
      <vt:lpstr>Times New Roman</vt:lpstr>
      <vt:lpstr>Wingdings</vt:lpstr>
      <vt:lpstr>Books 16x9</vt:lpstr>
      <vt:lpstr> DIPARTIMENTO DI INGEGNERIA INDUSTRIALE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DIPARTIMENTO DI INGEGNERIA INDUSTRIALE  </dc:title>
  <dc:creator>Welcome To Metallic World</dc:creator>
  <cp:lastModifiedBy>SUDIP KISHAN SARKER</cp:lastModifiedBy>
  <cp:revision>28</cp:revision>
  <dcterms:created xsi:type="dcterms:W3CDTF">2023-05-26T13:55:44Z</dcterms:created>
  <dcterms:modified xsi:type="dcterms:W3CDTF">2026-04-09T20:48:29Z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